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914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" y="365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286000" y="3840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PRESENTATION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Protocol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57200" y="33375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intent execution network for AI agents: natural-language intents, smart-account authorization, asynchronous job execution, batching, and live performance evidence.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256032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5994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85800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5513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test suite (40 → 8 tx)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91840" y="4434840"/>
            <a:ext cx="256032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45994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520440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tests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5513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suite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26480" y="4434840"/>
            <a:ext cx="256032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45994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–80%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355080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count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5513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intents → 8 tx (batched)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1120" y="4434840"/>
            <a:ext cx="2560320" cy="1554480"/>
          </a:xfrm>
          <a:prstGeom prst="roundRect">
            <a:avLst>
              <a:gd name="adj" fmla="val 470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45994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33.01%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189720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gas cut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89720" y="55138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intents Foundry benchmark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2179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 boundary: coordinator jobs use Supabase / Postgres as primary storage; intents and batches are mirrored to Supabase for history.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COVERAGE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 maps directly to the project requirements.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7772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94560"/>
            <a:ext cx="777240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1945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99232" y="2194560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artifact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39712" y="219456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77724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74320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protocol layer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2743200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AgentRegistry, IntentManager, AgentSmartAccount, SignedIntentEscrow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39712" y="274320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77724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291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submission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99232" y="3291840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parser, templates, wallet transaction builders, scheduled workflow API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39712" y="329184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77724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38404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 / aggregation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99232" y="3840480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Smart-account batches, EIP-712 scheduled batches, ETH/USDC matching planner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39712" y="384048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77724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438912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coordinator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999232" y="4389120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job scan, retry, receipt tracking, Supabase SKIP LOCKED claim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39712" y="438912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1792" y="493776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evidence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999232" y="4937760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metrics, benchmark JSON, 55 backend tests, 27 contract tests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839712" y="493776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686800" y="1828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framing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686800" y="2194560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0" y="2194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product flow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86800" y="2798064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0" y="27980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backend logic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686800" y="3401568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0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contract controls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86800" y="4005072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F44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0" y="40050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with metrics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686800" y="50292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deck describes what exists now. Planned upgrades are treated as boundaries, not as delivered architecture.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Proposal, authorization, execution, and observability are separated.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0" y="20574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control plane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052560" y="2057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587752"/>
            <a:ext cx="38405" cy="7680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5603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console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9535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connect, AI chat, templates, history, dashboard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67912"/>
            <a:ext cx="38405" cy="76809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8404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2336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EOA signatures or owner authorization for Agent Wallet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0" y="242316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0" y="2587752"/>
            <a:ext cx="38405" cy="5852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0832" y="25603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parser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70832" y="2953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/ OpenAI-compatible parsing into validated intents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14800" y="35204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0" y="3685032"/>
            <a:ext cx="38405" cy="5852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70832" y="365760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+ batcher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70832" y="4050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Rebalance, ETH/USDC matching, batchGroupId packaging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14800" y="46177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0" y="4782312"/>
            <a:ext cx="38405" cy="58521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47548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worker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370832" y="5148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scan, retry, receipt tracking, signed or agent execution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14800" y="571500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5733288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74920" y="573328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/ Postgres (primary, jobs)  ·  Local store (mirror for intents / batches)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52560" y="2423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52560" y="2587752"/>
            <a:ext cx="38405" cy="9509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08592" y="25603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308592" y="295351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Registry, manager, batch executor, smart account, signed escrow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52560" y="3886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52560" y="4050792"/>
            <a:ext cx="38405" cy="9509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08592" y="40233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Sepolia execution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41655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tx, signed scheduled call, or authorized Agent call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154680" y="2971800"/>
            <a:ext cx="914400" cy="914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154680" y="4251960"/>
            <a:ext cx="914400" cy="914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080760" y="3383280"/>
            <a:ext cx="914" cy="9144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080760" y="4480560"/>
            <a:ext cx="914" cy="9144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092440" y="2880360"/>
            <a:ext cx="914400" cy="914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8092440" y="4526280"/>
            <a:ext cx="914400" cy="548640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57200" y="5349240"/>
            <a:ext cx="3566160" cy="9144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55504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RULE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85800" y="58978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proposes. Users authorize. Contracts enforce. Coordinator scales.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LIFECYCLE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on-chain action starts as a validated intent and ends as a tracked receipt.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783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542032"/>
            <a:ext cx="38405" cy="1179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5146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907792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describes transfer, swap, rebalance, or scheduled task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44852" y="3131820"/>
            <a:ext cx="109728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59152" y="2377440"/>
            <a:ext cx="1783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2542032"/>
            <a:ext cx="38405" cy="117957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15184" y="25146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15184" y="2907792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proposal is normalized and schema-validated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46804" y="3131820"/>
            <a:ext cx="109728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61104" y="2377440"/>
            <a:ext cx="1783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61104" y="2542032"/>
            <a:ext cx="38405" cy="1179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7136" y="25146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17136" y="2907792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tx, EIP-712 signature, or Agent permission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48756" y="3131820"/>
            <a:ext cx="109728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63056" y="2377440"/>
            <a:ext cx="1783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63056" y="2542032"/>
            <a:ext cx="38405" cy="1179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9088" y="25146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job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2907792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job queued with runAt and payload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50708" y="3131820"/>
            <a:ext cx="109728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65008" y="2377440"/>
            <a:ext cx="1783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65008" y="2542032"/>
            <a:ext cx="38405" cy="1179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25146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21040" y="2907792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submits single or batched transaction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52660" y="3131820"/>
            <a:ext cx="109728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966960" y="2377440"/>
            <a:ext cx="1783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66960" y="2542032"/>
            <a:ext cx="38405" cy="1179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22992" y="25146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222992" y="2907792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status updates dashboard and metrics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52644" y="3886200"/>
            <a:ext cx="914" cy="228600"/>
          </a:xfrm>
          <a:prstGeom prst="line">
            <a:avLst/>
          </a:prstGeom>
          <a:noFill/>
          <a:ln w="15875">
            <a:solidFill>
              <a:srgbClr val="F59E0B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657600" y="4114800"/>
            <a:ext cx="4663440" cy="365760"/>
          </a:xfrm>
          <a:prstGeom prst="roundRect">
            <a:avLst>
              <a:gd name="adj" fmla="val 4500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0" y="4114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EOA path: wallet tx / EIP-712 signature      Agent path: one-time owner authorization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937760"/>
            <a:ext cx="11247120" cy="137160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13892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AUTHORIZATION PATHS · SAME LIFECYCLE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548640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EOA mode — user signs the transaction or signs EIP-712 typed data for later relayer execution.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Agent Wallet mode — owner authorizes the platform Agent once, then the backend Agent signer executes allowed calls without further owner signatures.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LOGIC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 backend is the execution control plane for the demo.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PREPARATION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633472"/>
            <a:ext cx="38405" cy="95097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299923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intentParser.js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intent proposals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34640" y="2468880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2633472"/>
            <a:ext cx="38405" cy="95097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90672" y="299923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intents/schema.js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validation before execution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468880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2633472"/>
            <a:ext cx="38405" cy="95097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68112" y="26060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68112" y="299923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rebalancePlanner.js / matcher.js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+ ETH/USDC matching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79192" y="3108960"/>
            <a:ext cx="128016" cy="914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056632" y="3108960"/>
            <a:ext cx="128016" cy="914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57200" y="393192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4370832"/>
            <a:ext cx="38405" cy="9509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3434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" y="47365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batcher.js / worker.js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jobs, retry, submit and confirm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840480" y="4206240"/>
            <a:ext cx="3566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0480" y="4370832"/>
            <a:ext cx="38405" cy="9509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96512" y="43434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prep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096512" y="47365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transactionBuilder.js / settlementService.js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wallet, signed, and Agent calls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85032" y="4846320"/>
            <a:ext cx="128016" cy="914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 flipH="1">
            <a:off x="3657600" y="3749040"/>
            <a:ext cx="2651760" cy="45720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863840" y="2468880"/>
            <a:ext cx="384048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863840" y="2971800"/>
            <a:ext cx="38405" cy="3657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92440" y="29443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092440" y="3429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metrics.js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92440" y="374904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Throughput, latency, failure rate, gas saved, aggregation match rate.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92440" y="457200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coordinator jobs, batch records, and stored execution plans — observes, never mutates.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06640" y="3108960"/>
            <a:ext cx="457200" cy="0"/>
          </a:xfrm>
          <a:prstGeom prst="line">
            <a:avLst/>
          </a:prstGeom>
          <a:noFill/>
          <a:ln w="12700">
            <a:solidFill>
              <a:srgbClr val="8B5CF6"/>
            </a:solidFill>
            <a:prstDash val="dash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406640" y="4846320"/>
            <a:ext cx="457200" cy="0"/>
          </a:xfrm>
          <a:prstGeom prst="line">
            <a:avLst/>
          </a:prstGeom>
          <a:noFill/>
          <a:ln w="12700">
            <a:solidFill>
              <a:srgbClr val="8B5CF6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57200" y="566928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715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entry point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017520" y="57150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backend/src/server.js wires these services into the API surface used by the frontend demo.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LAYER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contracts enforce identity, permission, batching, and scheduled execution.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LIFECYCLE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679192"/>
            <a:ext cx="38405" cy="9509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6517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AgentRegistry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30449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autonomous agents with their owner / policy metadata.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657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4050792"/>
            <a:ext cx="38405" cy="9509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40233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IntentManager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44165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intent lifecycle, duplicate protection, coordinator updates, daily limits.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0" y="224028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&amp; SETTLEMENT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97680" y="25146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2679192"/>
            <a:ext cx="38405" cy="9509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26517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AgentSmartAccount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53712" y="304495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Owner-controlled account with authorized Agent permissions and executeBatchAgentCalls.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3886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4050792"/>
            <a:ext cx="38405" cy="9509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53712" y="40233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SignedIntentEscrow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53712" y="441655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EIP-712 signed scheduled calls, nonce replay protection, escrow-funded ETH execution.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0" y="525780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7680" y="5422392"/>
            <a:ext cx="38405" cy="58521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53949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BatchExecutor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53712" y="5788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Protocol-level grouped calls with per-intent result events.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03920" y="22402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FIXTURES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503920" y="251460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03920" y="2679192"/>
            <a:ext cx="38405" cy="9509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59952" y="26517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MockERC20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759952" y="30449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ERC20 fixture for batch tests.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503920" y="388620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03920" y="4050792"/>
            <a:ext cx="38405" cy="9509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59952" y="40233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MockEntryPoint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759952" y="44165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fixture for ERC-4337 validation tests.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5257800"/>
            <a:ext cx="3657600" cy="10972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54589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5800" y="58064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ERC-4337-style smart-account behavior is implemented; a production bundler / paymaster is not.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supports both direct user authorization and delegated Agent execution.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54864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EOA + EIP-712 path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8346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999232"/>
            <a:ext cx="38405" cy="6309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718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EOA wallet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41832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signs tx / typed data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91840" y="28346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2999232"/>
            <a:ext cx="38405" cy="6309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29718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SignedCall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runAt, deadline, dataHash, nonce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63240" y="3310128"/>
            <a:ext cx="228600" cy="914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41148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91840" y="4279392"/>
            <a:ext cx="38405" cy="6309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47872" y="42519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47872" y="46451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when due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480560" y="3794760"/>
            <a:ext cx="914" cy="32004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8580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scheduled transfer / swap workflows without exposing private keys.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17920" y="2194560"/>
            <a:ext cx="54864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Agent Wallet path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46520" y="28346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2999232"/>
            <a:ext cx="38405" cy="63093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02552" y="29718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EOA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02552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authorizes platform Agent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052560" y="28346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0" y="2999232"/>
            <a:ext cx="38405" cy="63093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08592" y="29718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account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308592" y="3364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permission: target, value, expiry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823960" y="3310128"/>
            <a:ext cx="228600" cy="914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411480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52560" y="4279392"/>
            <a:ext cx="38405" cy="63093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08592" y="42519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signer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308592" y="46451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single or batch calls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0241280" y="3794760"/>
            <a:ext cx="914" cy="32004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644652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autonomous agent behavior after one bounded owner authorization.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 AND AGGREGATION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reduces repeated execution overhead before touching the chain.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542032"/>
            <a:ext cx="38405" cy="10424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514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pool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90779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swap, transfer, rebalance, scheduled intents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74720" y="201168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176272"/>
            <a:ext cx="38405" cy="85953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0752" y="21488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builder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30752" y="25420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compatible queued work by type and batch size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74720" y="34747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3639312"/>
            <a:ext cx="38405" cy="85953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30752" y="3611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30752" y="4005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ETH/USDC exact and partial matching planner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75120" y="23774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0" y="2542032"/>
            <a:ext cx="38405" cy="10424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2514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package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290779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Signed-call batch, Agent-call batch, or external route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418320" y="2377440"/>
            <a:ext cx="2286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18320" y="2542032"/>
            <a:ext cx="38405" cy="104241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74352" y="25146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execution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74352" y="2907792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tx carries several compatible intents when possible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flipV="1">
            <a:off x="2880360" y="2514600"/>
            <a:ext cx="594360" cy="27432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880360" y="3337560"/>
            <a:ext cx="594360" cy="64008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80760" y="2514600"/>
            <a:ext cx="594360" cy="27432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6080760" y="3337560"/>
            <a:ext cx="594360" cy="64008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235440" y="3063240"/>
            <a:ext cx="182880" cy="914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57200" y="51206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212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aggregation boundary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" y="55321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matching planner creates internal-match / partial-match / hybrid-match-route plans. Current chain execution uses existing batch contracts and external Uniswap routing; a dedicated settlement contract remains an extension.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961120" y="512064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0" y="51663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8961120" y="57607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per tx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961120" y="5989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target batch size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STORAGE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claims due jobs atomically so workers do not double-execute them.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542032"/>
            <a:ext cx="38405" cy="8595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514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90779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due jobs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4005072"/>
            <a:ext cx="38405" cy="8595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977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" y="43708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due jobs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60604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2788920"/>
            <a:ext cx="38405" cy="18288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2697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aap_claim_due_coordinator_jobs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3246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RPC selects QUEUED / RETRY rows where runAt ≤ now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429000" y="3749040"/>
            <a:ext cx="3749040" cy="960120"/>
          </a:xfrm>
          <a:prstGeom prst="roundRect">
            <a:avLst>
              <a:gd name="adj" fmla="val 381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8221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... FROM aap_coordinator_jobs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40507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run_at &lt;= p_now AND status IN ('QUEUED','RETRY')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42793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run_at  FOR UPDATE SKIP LOCKED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0" y="260604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0" y="2770632"/>
            <a:ext cx="38405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28432" y="274320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UPDATE SKIP LOCKED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28432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rows are skipped by other workers while one updates status.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0" y="379476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0" y="3959352"/>
            <a:ext cx="38405" cy="6766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28432" y="39319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28432" y="43251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 increments, payload updated, status flipped before execution.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97480" y="2971800"/>
            <a:ext cx="502920" cy="32004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2697480" y="4114800"/>
            <a:ext cx="502920" cy="32004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60920" y="3108960"/>
            <a:ext cx="411480" cy="914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360920" y="4297680"/>
            <a:ext cx="411480" cy="914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57200" y="5212080"/>
            <a:ext cx="11247120" cy="10972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413248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BOUNDARY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5800" y="57607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jobs use Supabase / Postgres as primary storage when SUPABASE_URL and SUPABASE_SERVICE_ROLE_KEY are configured. Intents and batches remain in the local store with Supabase mirror writes.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BACKEND CODE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 claims, groups, executes, and confirms jobs through explicit state transitions.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5669280" cy="2286000"/>
          </a:xfrm>
          <a:prstGeom prst="roundRect">
            <a:avLst>
              <a:gd name="adj" fmla="val 24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3317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backend/src/coordinator/supabaseJobStore.js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5212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dueJobs(now = new Date()) {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rows = await client.rpc(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"aap_claim_due_coordinator_jobs",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p_now: now.toISOString(), p_limit: 50 }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rows.map(mapRowToJob);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394960" cy="2560320"/>
          </a:xfrm>
          <a:prstGeom prst="roundRect">
            <a:avLst>
              <a:gd name="adj" fmla="val 214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3317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backend/src/coordinator/worker.js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2697480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executeDueJobs(summary) {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due = await store.dueJobs(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Date(Date.now() - dueGraceMs));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groups = groupBy(due,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job =&gt; job.batchGroupId ?? job.jobId);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jobs of groups.values()) {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executeSignedJobs(jobs, summary);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executeAgentJobs(jobs, summary);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5669280" cy="1691640"/>
          </a:xfrm>
          <a:prstGeom prst="roundRect">
            <a:avLst>
              <a:gd name="adj" fmla="val 324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7548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write after submission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120640"/>
            <a:ext cx="5212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store.updateJob(job.jobId, {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status: "SUBMITTED",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txHash: result.primaryTxHash,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submittedAt: new Date().toISOString(),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error: null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09360" y="489204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983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530352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 forms execution sets from due jobs, chooses signed-call or Agent-call execution, then records tx hashes and receipt outcomes for metrics.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CONTRACT CODE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checks keep automated execution inside explicit user authorization.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852160" cy="3657600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4231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AgentSmartAccount permission gate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5394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_validateAgentPermission(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address agent,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address target,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uint256 value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private view {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(revokedAgents[agent]) revert AgentNotAuthorized();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(revokedAgentTargets[agent][target]) revert TargetNotAllowed();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AgentPermission memory p = agentTargetPermissions[agent][target];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(!p.active) p = agentPermissions[agent];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(!p.active) revert AgentNotAuthorized();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(p.validUntil &lt; block.timestamp) revert AgentPermissionExpired();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(p.target != address(0) &amp;&amp; p.target != target) revert TargetNotAllowed();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(value &gt; p.maxValue) revert ValueExceedsPermission();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92240" y="2286000"/>
            <a:ext cx="5212080" cy="3657600"/>
          </a:xfrm>
          <a:prstGeom prst="roundRect">
            <a:avLst>
              <a:gd name="adj" fmla="val 15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SignedIntentEscrow scheduled execution gate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20840" y="278892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(usedNonces[call_.nonce]) revert NonceAlreadyUsed();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(block.timestamp &lt; call_.runAt) revert NotDue();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(block.timestamp &gt; call_.deadline) revert SignatureExpired();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(keccak256(data) != call_.dataHash) revert DataHashMismatch();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bytes32 digest = digestFor(call_);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(SimpleECDSA.recover(digest, signature) != call_.owner)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revert InvalidSignature();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(balances[call_.owner] &lt; call_.value)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revert InsufficientEscrowBalance();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boundary: AI never bypasses wallet authorization. It only proposes; EOA signatures, EIP-712 signatures, or Agent permissions decide execution.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backed by tests, gas benchmarks, and dashboard metrics.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468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3108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 passing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4107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parser, coordinator, metrics, wallet prep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83280" y="233172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468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11880" y="3108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tests passing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11880" y="34107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registry, escrow, smart account, batching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09360" y="233172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4231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7452360" y="2743200"/>
            <a:ext cx="411480" cy="914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955280" y="2423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537960" y="31089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tx count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341071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fewer transactions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35440" y="2331720"/>
            <a:ext cx="24688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2468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46.75%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4640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gas reduction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64040" y="3410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40-intent benchmark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251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Local-EVM gas benchmark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57200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authorized AgentSmartAccount ERC20 transfer intents were measured with setup / auth excluded and transaction envelope gas added for comparability.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5440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5 transactions collapsed to 1, comparable gas fell from 240,226 to 160,922.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" y="5897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report/benchmark-results.json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4114800"/>
            <a:ext cx="5486400" cy="219456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1596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PROOF POINTS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46520" y="4663440"/>
            <a:ext cx="50292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metrics report coordinator jobs, success / failure rate, average batch size, throughput, latency, estimated no-batch gas, actual batch gas, and aggregation match rate.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/metrics API + frontend dashboard.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RUNBOOK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walkthrough follows one clean path from prompt to observable result.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774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37160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services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npm start; frontend npm start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41648" y="2994660"/>
            <a:ext cx="192024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224028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3774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166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wallet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66360" y="2834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EOA connects to Sepolia and backend status turns online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36408" y="2994660"/>
            <a:ext cx="192024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046720" y="224028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23774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89611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intent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2834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or template parses transfer / swap / rebalance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2976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1371600" y="4389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tx, EIP-712 signature, or Agent Wallet permission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041648" y="4914900"/>
            <a:ext cx="192024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251960" y="416052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34840" y="42976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5166360" y="4389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batch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or Agent path submits transaction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36408" y="4914900"/>
            <a:ext cx="192024" cy="914"/>
          </a:xfrm>
          <a:prstGeom prst="line">
            <a:avLst/>
          </a:prstGeom>
          <a:noFill/>
          <a:ln w="22225">
            <a:solidFill>
              <a:srgbClr val="475569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416052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976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8961120" y="4389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evidence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6112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History, Etherscan link, dashboard metrics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1338560" y="3749040"/>
            <a:ext cx="914" cy="292608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4041648"/>
            <a:ext cx="1088136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041648"/>
            <a:ext cx="914" cy="118872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57200" y="594360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local demo at http://localhost:5173  ·  backend defaults to http://localhost:8787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84048" cy="914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recorded walkthrough here.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9418320" cy="36576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5875">
            <a:solidFill>
              <a:srgbClr val="14B8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3108960"/>
            <a:ext cx="1097280" cy="109728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5852160" y="3383280"/>
            <a:ext cx="502920" cy="548640"/>
          </a:xfrm>
          <a:prstGeom prst="rtTriangl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43891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for 2 – 4 minute demo video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80060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recording: connect wallet → parse intent → authorize → execute → show Etherscan / history → show dashboard metrics.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On-Chain Agent Protocol  |  Demo deck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On-Chain Agent Protocol — Demo Deck</dc:title>
  <dc:subject>PptxGenJS Presentation</dc:subject>
  <dc:creator>PptxGenJS</dc:creator>
  <cp:lastModifiedBy>PptxGenJS</cp:lastModifiedBy>
  <cp:revision>1</cp:revision>
  <dcterms:created xsi:type="dcterms:W3CDTF">2026-05-28T18:59:54Z</dcterms:created>
  <dcterms:modified xsi:type="dcterms:W3CDTF">2026-05-28T18:59:54Z</dcterms:modified>
</cp:coreProperties>
</file>