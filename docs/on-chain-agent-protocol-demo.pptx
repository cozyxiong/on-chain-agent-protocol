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6f566345b1442c2" /><Relationship Type="http://schemas.openxmlformats.org/officeDocument/2006/relationships/extended-properties" Target="/docProps/app.xml" Id="R26d7c287608c494b" /><Relationship Type="http://schemas.openxmlformats.org/officeDocument/2006/relationships/officeDocument" Target="/ppt/presentation.xml" Id="R0ea3bace9f214c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f2a3dd86c2c4724"/>
  </p:sldMasterIdLst>
  <p:notesMasterIdLst>
    <p:notesMasterId xmlns:r="http://schemas.openxmlformats.org/officeDocument/2006/relationships" r:id="Rfac9bda660df4a97"/>
  </p:notesMasterIdLst>
  <p:sldIdLst>
    <p:sldId xmlns:r="http://schemas.openxmlformats.org/officeDocument/2006/relationships" id="256" r:id="R1c786fb4ff1b4753"/>
    <p:sldId xmlns:r="http://schemas.openxmlformats.org/officeDocument/2006/relationships" id="257" r:id="R74dca84b4b484e94"/>
    <p:sldId xmlns:r="http://schemas.openxmlformats.org/officeDocument/2006/relationships" id="258" r:id="R6e18976a982e4762"/>
    <p:sldId xmlns:r="http://schemas.openxmlformats.org/officeDocument/2006/relationships" id="259" r:id="R2c850608b3844d41"/>
    <p:sldId xmlns:r="http://schemas.openxmlformats.org/officeDocument/2006/relationships" id="260" r:id="Rc67dacda3fe74b9d"/>
    <p:sldId xmlns:r="http://schemas.openxmlformats.org/officeDocument/2006/relationships" id="261" r:id="R6cf2a1289e7d45a1"/>
    <p:sldId xmlns:r="http://schemas.openxmlformats.org/officeDocument/2006/relationships" id="262" r:id="R5712ea63491d4ac0"/>
    <p:sldId xmlns:r="http://schemas.openxmlformats.org/officeDocument/2006/relationships" id="263" r:id="R8b56946baa7845e7"/>
    <p:sldId xmlns:r="http://schemas.openxmlformats.org/officeDocument/2006/relationships" id="264" r:id="R80597dedf96e4036"/>
    <p:sldId xmlns:r="http://schemas.openxmlformats.org/officeDocument/2006/relationships" id="265" r:id="R00a9050e52a84b16"/>
    <p:sldId xmlns:r="http://schemas.openxmlformats.org/officeDocument/2006/relationships" id="266" r:id="R38662f306f0748ea"/>
    <p:sldId xmlns:r="http://schemas.openxmlformats.org/officeDocument/2006/relationships" id="267" r:id="Rc496ebdf47cb47de"/>
    <p:sldId xmlns:r="http://schemas.openxmlformats.org/officeDocument/2006/relationships" id="268" r:id="Rbf93fe219e434484"/>
    <p:sldId xmlns:r="http://schemas.openxmlformats.org/officeDocument/2006/relationships" id="269" r:id="R9525a5ce4dcb41b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2a3dd86c2c4724" /><Relationship Type="http://schemas.openxmlformats.org/officeDocument/2006/relationships/theme" Target="/ppt/theme/theme1.xml" Id="R5766d4140d294253" /><Relationship Type="http://schemas.openxmlformats.org/officeDocument/2006/relationships/notesMaster" Target="/ppt/notesMasters/notesMaster1.xml" Id="Rfac9bda660df4a97" /><Relationship Type="http://schemas.openxmlformats.org/officeDocument/2006/relationships/presProps" Target="/ppt/presProps.xml" Id="R090cc34ff55e4403" /><Relationship Type="http://schemas.openxmlformats.org/officeDocument/2006/relationships/viewProps" Target="/ppt/viewProps.xml" Id="Rfec9994c7c5844de" /><Relationship Type="http://schemas.openxmlformats.org/officeDocument/2006/relationships/tableStyles" Target="/ppt/tableStyles.xml" Id="R896516a5f800465e" /><Relationship Type="http://schemas.openxmlformats.org/officeDocument/2006/relationships/slide" Target="/ppt/slides/slide1.xml" Id="R1c786fb4ff1b4753" /><Relationship Type="http://schemas.openxmlformats.org/officeDocument/2006/relationships/slide" Target="/ppt/slides/slide2.xml" Id="R74dca84b4b484e94" /><Relationship Type="http://schemas.openxmlformats.org/officeDocument/2006/relationships/slide" Target="/ppt/slides/slide3.xml" Id="R6e18976a982e4762" /><Relationship Type="http://schemas.openxmlformats.org/officeDocument/2006/relationships/slide" Target="/ppt/slides/slide4.xml" Id="R2c850608b3844d41" /><Relationship Type="http://schemas.openxmlformats.org/officeDocument/2006/relationships/slide" Target="/ppt/slides/slide5.xml" Id="Rc67dacda3fe74b9d" /><Relationship Type="http://schemas.openxmlformats.org/officeDocument/2006/relationships/slide" Target="/ppt/slides/slide6.xml" Id="R6cf2a1289e7d45a1" /><Relationship Type="http://schemas.openxmlformats.org/officeDocument/2006/relationships/slide" Target="/ppt/slides/slide7.xml" Id="R5712ea63491d4ac0" /><Relationship Type="http://schemas.openxmlformats.org/officeDocument/2006/relationships/slide" Target="/ppt/slides/slide8.xml" Id="R8b56946baa7845e7" /><Relationship Type="http://schemas.openxmlformats.org/officeDocument/2006/relationships/slide" Target="/ppt/slides/slide9.xml" Id="R80597dedf96e4036" /><Relationship Type="http://schemas.openxmlformats.org/officeDocument/2006/relationships/slide" Target="/ppt/slides/slide10.xml" Id="R00a9050e52a84b16" /><Relationship Type="http://schemas.openxmlformats.org/officeDocument/2006/relationships/slide" Target="/ppt/slides/slide11.xml" Id="R38662f306f0748ea" /><Relationship Type="http://schemas.openxmlformats.org/officeDocument/2006/relationships/slide" Target="/ppt/slides/slide12.xml" Id="Rc496ebdf47cb47de" /><Relationship Type="http://schemas.openxmlformats.org/officeDocument/2006/relationships/slide" Target="/ppt/slides/slide13.xml" Id="Rbf93fe219e434484" /><Relationship Type="http://schemas.openxmlformats.org/officeDocument/2006/relationships/slide" Target="/ppt/slides/slide14.xml" Id="R9525a5ce4dcb41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e2f58d3b3b946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d15d62568442b2" /><Relationship Type="http://schemas.openxmlformats.org/officeDocument/2006/relationships/notesMaster" Target="/ppt/notesMasters/notesMaster1.xml" Id="R79e6d47498d545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1e71506ed464f48" /><Relationship Type="http://schemas.openxmlformats.org/officeDocument/2006/relationships/notesMaster" Target="/ppt/notesMasters/notesMaster1.xml" Id="R86b7e6e3213d42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676987f98904936" /><Relationship Type="http://schemas.openxmlformats.org/officeDocument/2006/relationships/notesMaster" Target="/ppt/notesMasters/notesMaster1.xml" Id="R3a4fed87d07840a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b367bd4dbc44b2" /><Relationship Type="http://schemas.openxmlformats.org/officeDocument/2006/relationships/notesMaster" Target="/ppt/notesMasters/notesMaster1.xml" Id="R967f30c47875421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2f953a340645b3" /><Relationship Type="http://schemas.openxmlformats.org/officeDocument/2006/relationships/notesMaster" Target="/ppt/notesMasters/notesMaster1.xml" Id="Ra4438904d8aa49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d2ffc805f44582" /><Relationship Type="http://schemas.openxmlformats.org/officeDocument/2006/relationships/notesMaster" Target="/ppt/notesMasters/notesMaster1.xml" Id="Re7dcae0f6b174d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78cd93a46974758" /><Relationship Type="http://schemas.openxmlformats.org/officeDocument/2006/relationships/notesMaster" Target="/ppt/notesMasters/notesMaster1.xml" Id="Re8926b50c12948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7875680bb754e7b" /><Relationship Type="http://schemas.openxmlformats.org/officeDocument/2006/relationships/notesMaster" Target="/ppt/notesMasters/notesMaster1.xml" Id="R4ff99999a1a84c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a709a1a7a334656" /><Relationship Type="http://schemas.openxmlformats.org/officeDocument/2006/relationships/notesMaster" Target="/ppt/notesMasters/notesMaster1.xml" Id="R0936dcb8c0b34c7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2791bd2ecb847fb" /><Relationship Type="http://schemas.openxmlformats.org/officeDocument/2006/relationships/notesMaster" Target="/ppt/notesMasters/notesMaster1.xml" Id="R4c7f35fab60b410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2accf656c5b482b" /><Relationship Type="http://schemas.openxmlformats.org/officeDocument/2006/relationships/notesMaster" Target="/ppt/notesMasters/notesMaster1.xml" Id="R87ed4ee067ea4e4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0387e597a14435" /><Relationship Type="http://schemas.openxmlformats.org/officeDocument/2006/relationships/notesMaster" Target="/ppt/notesMasters/notesMaster1.xml" Id="Rcaf1395ab951465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e9b09cf279b4a32" /><Relationship Type="http://schemas.openxmlformats.org/officeDocument/2006/relationships/notesMaster" Target="/ppt/notesMasters/notesMaster1.xml" Id="R0157112d95744c9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001547cbdb048a9" /><Relationship Type="http://schemas.openxmlformats.org/officeDocument/2006/relationships/notesMaster" Target="/ppt/notesMasters/notesMaster1.xml" Id="R66a803402fde4b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0e7f57d23e429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3726776d5a14460c" /><Relationship Type="http://schemas.openxmlformats.org/officeDocument/2006/relationships/slideLayout" Target="/ppt/slideLayouts/slideLayout2.xml" Id="R10056177768041c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056177768041c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df8b190b3c4254" /><Relationship Type="http://schemas.openxmlformats.org/officeDocument/2006/relationships/notesSlide" Target="/ppt/notesSlides/notesSlide1.xml" Id="R5cd9944ac7e240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3ff0f0858f4eb9" /><Relationship Type="http://schemas.openxmlformats.org/officeDocument/2006/relationships/notesSlide" Target="/ppt/notesSlides/notesSlide2.xml" Id="R9d22d05f39654e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8acb41c05c4047" /><Relationship Type="http://schemas.openxmlformats.org/officeDocument/2006/relationships/notesSlide" Target="/ppt/notesSlides/notesSlide3.xml" Id="R8e96c90416a2494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69802d540e41cb" /><Relationship Type="http://schemas.openxmlformats.org/officeDocument/2006/relationships/notesSlide" Target="/ppt/notesSlides/notesSlide4.xml" Id="R4a0d69d9492a46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8cf8e6290e4f62" /><Relationship Type="http://schemas.openxmlformats.org/officeDocument/2006/relationships/notesSlide" Target="/ppt/notesSlides/notesSlide5.xml" Id="R119c8596717849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3fad821b5c4133" /><Relationship Type="http://schemas.openxmlformats.org/officeDocument/2006/relationships/notesSlide" Target="/ppt/notesSlides/notesSlide6.xml" Id="Re8b67fafb4d5434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148c0d15604cbb" /><Relationship Type="http://schemas.openxmlformats.org/officeDocument/2006/relationships/notesSlide" Target="/ppt/notesSlides/notesSlide7.xml" Id="R44b4d54b20d241a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8861c624df4ccf" /><Relationship Type="http://schemas.openxmlformats.org/officeDocument/2006/relationships/notesSlide" Target="/ppt/notesSlides/notesSlide8.xml" Id="Rfdef375bb09a4e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c8760763634f44" /><Relationship Type="http://schemas.openxmlformats.org/officeDocument/2006/relationships/notesSlide" Target="/ppt/notesSlides/notesSlide9.xml" Id="Re1aed4f077b942e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8237b3701d48f0" /><Relationship Type="http://schemas.openxmlformats.org/officeDocument/2006/relationships/notesSlide" Target="/ppt/notesSlides/notesSlide10.xml" Id="Rc2c67a8462304a9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8d745522614c2a" /><Relationship Type="http://schemas.openxmlformats.org/officeDocument/2006/relationships/notesSlide" Target="/ppt/notesSlides/notesSlide11.xml" Id="R5c7dcbaaa4494ba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00eb922b664454" /><Relationship Type="http://schemas.openxmlformats.org/officeDocument/2006/relationships/notesSlide" Target="/ppt/notesSlides/notesSlide12.xml" Id="Rb769c9706df84d2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6e83ca9d4d4a26" /><Relationship Type="http://schemas.openxmlformats.org/officeDocument/2006/relationships/notesSlide" Target="/ppt/notesSlides/notesSlide13.xml" Id="Rc9e04ff224994dc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a2fb6791fb4104" /><Relationship Type="http://schemas.openxmlformats.org/officeDocument/2006/relationships/notesSlide" Target="/ppt/notesSlides/notesSlide14.xml" Id="Rf20d5459802e44b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E95B4C-CDA5-4828-838C-6432327A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902BBA-9304-4F81-A87C-939121CE6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3EB803-5D3D-4C39-8C11-B840FF19F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45EBE3-E483-47F3-AC63-BFEA7282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A1252E-E2BD-453E-BC56-9EC8C306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711BA2-D41C-4668-B78D-82EE57C5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74F0A5-BAE2-4E97-83C2-1F55B26C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06D705-3130-490A-9C34-03B52590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CEB110-C85F-4F1C-AE1B-DC88D712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06DDEA-986D-453C-88D0-5243A940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815F40-194F-4BCA-AE0D-B826E41C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925F31-0BC6-4260-8942-D1A5BA39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956785-0850-4862-8674-C265742A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83CC43-CFA4-42C5-B070-0AE47AB79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644017-A3A6-4198-BACE-1100D280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DE8496-52A8-4D0A-BD9F-1D4FBF46C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470EA2-BCFE-4AB1-8197-386F5F637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41CB83-36FF-477A-94F2-8E22D6A4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3DF01C-24A5-4F34-9FF7-4625AF2D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160EB8-CF04-4B96-8C75-0CF59D152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587489-2D91-4078-83DC-770083B9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0FC7A9-B374-45D6-A33D-D4B02A3F0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6458B8-A8BE-4F49-BC1E-54AE1DB2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3D56BE-6D53-444F-AC01-12F478AE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871881-CEB3-4107-A528-6932DD78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287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6E8295-51B0-4354-AD03-AAEDC5F6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FADCA4-6053-422B-B758-FA233037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288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3B0298-595D-4032-BF21-6DF8B7A7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289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410AB5-AD5D-4063-A68B-312D3030A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289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830971-1422-460B-B9A5-94EEC0FD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4F5C37-82F2-40E9-B775-9BB673117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290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AE9F56-5EA7-4253-B419-08A5CF05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291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E39C51-BA28-408E-A9EF-4F59EBFA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291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88214D-DA84-4E5A-B8AB-30682D0CA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2B1D146-08CB-447C-8C4F-55CC2685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292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F62BAD-BE3F-4000-87F5-8F544571D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293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3000778-EEF1-499A-8731-E0DD99643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293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C1BBFE7-AADC-4786-909A-2DB625A09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B7F277-D893-465B-A959-C1414057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47625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BE0241-6903-4CF4-8E5B-B082461A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191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72C3907-CF73-4F1A-BA68-9F08A435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095750"/>
            <a:ext cx="76200" cy="295275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D96129C-CFC7-4FB6-AE95-3E7372781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095750"/>
            <a:ext cx="76200" cy="295275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3E1C803-2E04-4557-A531-3C15F471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14800"/>
            <a:ext cx="57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AAP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CC91261-487C-4FC2-95A7-51EFDCD3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104900"/>
            <a:ext cx="6191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AI-POWERED ON-CHAIN</a:t>
            </a:r>
          </a:p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AGENT PROTOCOL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9931AA-70FD-4B72-84FE-39DD5D5B4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09850"/>
            <a:ext cx="676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Intent-centric execution network for autonomous blockchain agents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7D4C36D-776A-4BF3-8943-F6DB2F0E2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051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8D8D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8D8D8"/>
                </a:solidFill>
                <a:latin typeface="Aptos"/>
                <a:ea typeface="Aptos"/>
                <a:cs typeface="Aptos"/>
              </a:rPr>
              <a:t>Natural-language intents, smart-account authorization, async execution, batching, and performance evidence.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EF1C3CB-B7B7-4A44-BDB7-95FB6D01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143000"/>
            <a:ext cx="2857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3333"/>
            </a:srgbClr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F56F6BC-3EED-45B2-87B2-711A9F62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66850"/>
            <a:ext cx="1047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2525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833A8DA-EA89-40D7-97B5-87941E62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590675"/>
            <a:ext cx="81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DCC4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9DCC43"/>
                </a:solidFill>
                <a:latin typeface="Aptos Display"/>
                <a:ea typeface="Aptos Display"/>
                <a:cs typeface="Aptos Display"/>
              </a:rPr>
              <a:t>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3BBC2D8-6B74-4F8E-8320-A6B52C20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24050"/>
            <a:ext cx="819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backend tests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306B2EC-EB87-4CC4-8317-F2BB924CE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28850"/>
            <a:ext cx="819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D0D0D0"/>
                </a:solidFill>
                <a:latin typeface="Aptos"/>
                <a:ea typeface="Aptos"/>
                <a:cs typeface="Aptos"/>
              </a:defRPr>
            </a:pPr>
            <a:r>
              <a:rPr sz="585" b="0">
                <a:solidFill>
                  <a:srgbClr val="D0D0D0"/>
                </a:solidFill>
                <a:latin typeface="Aptos"/>
                <a:ea typeface="Aptos"/>
                <a:cs typeface="Aptos"/>
              </a:rPr>
              <a:t>Node test suite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580D90A-C4FD-46B8-9134-83AAF1D4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466850"/>
            <a:ext cx="1047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2525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E4AA7BB-5F2B-4D46-BB3D-30914416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590675"/>
            <a:ext cx="81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9A441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D9A441"/>
                </a:solidFill>
                <a:latin typeface="Aptos Display"/>
                <a:ea typeface="Aptos Display"/>
                <a:cs typeface="Aptos Display"/>
              </a:rPr>
              <a:t>27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25006CC-1345-4D8B-BCDE-D08C891F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24050"/>
            <a:ext cx="819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contract tests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737C03-5A5D-4AAD-AE8D-50DDA9C9D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228850"/>
            <a:ext cx="819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D0D0D0"/>
                </a:solidFill>
                <a:latin typeface="Aptos"/>
                <a:ea typeface="Aptos"/>
                <a:cs typeface="Aptos"/>
              </a:defRPr>
            </a:pPr>
            <a:r>
              <a:rPr sz="585" b="0">
                <a:solidFill>
                  <a:srgbClr val="D0D0D0"/>
                </a:solidFill>
                <a:latin typeface="Aptos"/>
                <a:ea typeface="Aptos"/>
                <a:cs typeface="Aptos"/>
              </a:rPr>
              <a:t>Foundry suite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F23A6EA-761F-4717-A250-D51D8706B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47950"/>
            <a:ext cx="1047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2525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2F24940-C805-4DC9-A011-1075E6617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71775"/>
            <a:ext cx="81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48A6B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48A6B8"/>
                </a:solidFill>
                <a:latin typeface="Aptos Display"/>
                <a:ea typeface="Aptos Display"/>
                <a:cs typeface="Aptos Display"/>
              </a:rPr>
              <a:t>-80%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359DE18-95A0-4490-A985-8FFD21FD6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05150"/>
            <a:ext cx="819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tx count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DCC09EA-1416-4986-9DDE-B5B47408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09950"/>
            <a:ext cx="819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D0D0D0"/>
                </a:solidFill>
                <a:latin typeface="Aptos"/>
                <a:ea typeface="Aptos"/>
                <a:cs typeface="Aptos"/>
              </a:defRPr>
            </a:pPr>
            <a:r>
              <a:rPr sz="585" b="0">
                <a:solidFill>
                  <a:srgbClr val="D0D0D0"/>
                </a:solidFill>
                <a:latin typeface="Aptos"/>
                <a:ea typeface="Aptos"/>
                <a:cs typeface="Aptos"/>
              </a:rPr>
              <a:t>40 intents -&gt; 8 tx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0F431BF-8669-4FDF-9E2C-2B507CE6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47950"/>
            <a:ext cx="1047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2525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79882B3-4856-4930-9C1D-8CBA0B83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71775"/>
            <a:ext cx="81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743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74343"/>
                </a:solidFill>
                <a:latin typeface="Aptos Display"/>
                <a:ea typeface="Aptos Display"/>
                <a:cs typeface="Aptos Display"/>
              </a:rPr>
              <a:t>33.01%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5C7D3E7-7069-4226-9870-40D4AE40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05150"/>
            <a:ext cx="819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local gas cut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D86F1C0-B712-4702-B1ED-636F85D8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09950"/>
            <a:ext cx="819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D0D0D0"/>
                </a:solidFill>
                <a:latin typeface="Aptos"/>
                <a:ea typeface="Aptos"/>
                <a:cs typeface="Aptos"/>
              </a:defRPr>
            </a:pPr>
            <a:r>
              <a:rPr sz="585" b="0">
                <a:solidFill>
                  <a:srgbClr val="D0D0D0"/>
                </a:solidFill>
                <a:latin typeface="Aptos"/>
                <a:ea typeface="Aptos"/>
                <a:cs typeface="Aptos"/>
              </a:rPr>
              <a:t>5-intent benchmark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2E3D287-DDA6-43CB-8E41-A6930857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5529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59447DA-2D14-44CA-AD71-6546FD6A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5529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571DFED-8675-4A7D-9443-1AA3E475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5529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415637E-23F0-4C15-B5E1-DC8C1046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45529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5FB9054-E684-4137-81A8-FCA7C281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5529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57B64B8-EA8E-4C4E-BFF5-50DCDCB2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5529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90D455A-A43C-44B8-85B7-CB462694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5529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33B0ECF-4AC1-465A-B81E-BE55324B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5529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E2DD080-2910-4B99-851B-6EF81A50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45529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1EE6689-B4A4-4689-BA24-C9C3321B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5529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9ABB619-C93F-4000-B0AB-C6F489F9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529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01F4BAE-AD5D-43F3-8CCB-E94638151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45529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0D741A9-C3B9-4468-B9D2-52C67F14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5529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0EDE4C1-ED0C-49B2-BC6E-1AF59551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45529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96482CB-6414-485B-8F94-F412C7C3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5529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B2C4FE2-54C6-4D92-A674-BBBD1907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5529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E06352A-208E-45CA-BB47-B963A3A3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45529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62312ED-5D50-4B9E-B424-6441D16B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45529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4857F80-D118-48C3-AA65-E8968863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5529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C36A598-BD10-4D96-867D-BA6D1E8E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5529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08FDB1C-809A-4A0D-9EF7-3E02A6A0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45529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73FFE3B-FC50-441B-99CD-A0636676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45529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1FC5040-E49C-4843-A6A1-DBC5A9A1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6386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F74D92C-7F2D-43C4-A5BF-A2EA5D61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6386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504C4C7-B1E0-4B98-BDC1-B89DABF4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6386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B3EFFA7-3069-4259-88CF-AC54961EB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46386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8B8F845-9415-4EF4-B73D-3B76B3E0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6386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2AFA41C-4572-452E-9964-5F17B6E92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6386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53F33AC-E71F-4343-9D89-F9FABE68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6386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B0DD680-94A5-46DC-9AA2-F4420E16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6386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4778C30-6B1F-4CA6-A0FC-0DB4F192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46386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0A6C132-FBA1-488F-9113-B016291B5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386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B5B7CA2-F621-4147-BA5E-281800A4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6386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EB85C14-A788-4618-9314-FB9BA0C8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46386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07BFF05-DD1C-41F4-8655-AF1BB281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6386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316D15B2-D9FB-41DD-B554-231A6AED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46386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D1A51D5-35C6-4FEA-A537-DB71E8D4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6386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1029BB8-6236-4C3D-9882-F3834F45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6386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2D135B9-E7C6-4C29-8DA9-87CF727B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46386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B1F7C9FE-8A57-4E80-97D2-554A7B81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46386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0784E6E-8320-459D-95B1-588975A8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6386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FEE399A-E2A0-447A-B5E5-936959AA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6386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99379013-BE94-4AAB-AE53-EEE1F09B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46386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026637D9-9446-4855-8611-D4BFA56E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46386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4C628F02-7E64-4F21-909E-F8E44B57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72440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D67BCE06-E58B-4632-9A51-D1F1AA8B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72440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DAC58D42-8AA0-4AD0-984C-81F65E8B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72440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EA75DA89-8636-4581-8DE9-BAAA5EAEA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472440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A491E506-F916-4F59-8F42-E8E249BF9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72440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9D2210E3-70DA-4FC5-9D29-395E2471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72440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F7DCAADF-DBE3-4271-BAA4-6B275925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72440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6881AF10-4EE0-4B03-A36A-DE7C90795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72440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B312666-52E3-41DF-93FB-8259766BB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472440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8E999676-E795-4C2C-BFA8-92300F0A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72440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91B1560E-166F-4A28-8F20-4C8904AD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72440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FD415A1A-9333-4256-8AED-E51129C5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472440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C928656C-8D04-4ED4-AB06-4CE99C18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72440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8131CDE-9AB1-4330-9F3B-3145ACB9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472440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BD50E2C-DA96-4368-B95E-91D8B599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72440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3BB34DB-17F9-4A9F-A298-B77CCEF5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72440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8FB46725-AE55-4FF1-9A23-ED8530DD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472440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0D28BE7-5019-4C4F-978A-D1AA3FEA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472440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4AFB1379-9286-41F4-AE81-FA2E944F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72440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A8C522B8-3CCE-473C-AE46-F08EE6D2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72440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9277FB0E-78E8-44D5-9CFF-06F9245B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472440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8D64ABBE-A2FB-492A-9567-3A5A0BD3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472440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6667D598-5DB9-43F9-B982-E2B9331C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1012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F6F5E453-8A02-425A-AAE1-6B2B09029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81012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2DB4A9C0-E078-4182-BB73-68CC41E52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81012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BB09689A-5281-47B3-AD5F-AA6A25DE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481012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B8665163-51C4-4FF5-80B9-877AF6F6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81012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780C97E0-76DA-4AF3-8E7B-4620D2CE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81012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EB72D617-B230-4C6E-A371-5EF79D12D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81012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91B2F822-22B9-4BFA-BB83-829CDB33E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81012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FDA19449-90AE-4477-A624-F4F96CEC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481012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30109FFF-A01E-4A4F-BD4A-43FC5B36A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81012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7496B0A9-A862-4062-82EF-E45598F1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81012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F0E3D73C-EB02-45F0-92EB-258D6AC9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481012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1AAF3934-39B4-4027-A7A7-E39DFF3B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81012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6A7E01FA-F5D0-4C12-95BC-16BB3177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481012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69AE53E8-0122-49BE-A1AC-02268116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81012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AFE15FD7-B567-4041-8955-EA8FE091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81012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652C6A20-D49C-4855-A8BC-B50C88378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481012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FC429347-6124-4DAF-977B-EE7D07A8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481012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50EB88A6-8353-4B86-A5D6-02F03F23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81012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01083C7A-ECAE-471E-963C-B48B9D9B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81012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7223235A-4566-4597-AEBB-3EDA2A18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481012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253901EC-4A50-4699-B3FE-5741B9F9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481012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E5055ACE-873D-47CE-83DC-8BA708CE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958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801C6F2A-2756-4358-8164-44A046DC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8958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676D846C-FED2-43A6-8C67-9A416A6A8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8958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ABD6315F-F8F6-4255-955A-C8C4A43E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48958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59FFEF5D-9B1E-4865-AC92-E5345BCC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8958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E9C88098-3064-4581-A80C-650A84DD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8958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1F8D47CB-4B5E-4D85-96B3-22F60685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8958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A4604B40-D8D2-4F5B-B26C-B7541E09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8958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2A1DBBB9-5824-49F6-BB15-5645E4CB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48958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B1CF02B0-64C5-48C0-A325-13AF53A6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8958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4DC8F4D1-4275-4D60-8C0F-1E661D62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8958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67C472BD-E074-4B25-A029-1BBCDCDF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48958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A81F0229-1213-4433-B406-C24DCDD1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8958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6C9E24DA-F768-4213-A59B-E5EC92A3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48958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067E4EAA-712C-4260-AC7C-6782F4C5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8958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40A7628D-040E-4006-A1EB-BF055246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8958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0862A95D-228C-47CC-9141-13CB92C6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48958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4B80D1D5-E487-4089-A639-2CA27F43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48958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E4452055-89B1-497D-9205-03A8458C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8958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E4F2DC78-CEE4-453F-9EDB-89AE87C33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8958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D793B472-978B-4FFB-888A-99815017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48958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ADAC7638-5114-4B88-B7F2-20C5EA10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48958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0DBD8458-8F4E-4871-80DD-67A41DCB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9815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8B6FE174-5F00-41EC-A0C9-4000F54A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9815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E132FE1D-33C7-4CD3-8486-F66A18D6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9815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68BA5288-4B3E-4815-958E-D8EAEDBD2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49815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17EBA15F-F22F-486D-926F-A8A52C0A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9815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B5EACD0B-658B-4A65-B560-72998DD59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9815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879934B2-EBCF-4DB8-B906-E0AAB84E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9815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9E79F0B4-A530-43CD-8550-50E471B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9815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8B54B995-C390-48F5-BAB8-CA8996DA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49815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16FF6581-5862-4737-A470-80E91B2BD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D5E7FE96-79B9-4D6A-B4DC-DFC9AEE9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9815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6A05C4DA-999F-4A6D-9564-215798749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49815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8631F519-32E5-4CA4-BAC2-19573579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815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6465F980-5164-45B1-B45D-A8B6FB35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49815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18D70D59-46CA-4491-9FAA-E3260BBB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9815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11AF4D3D-55BA-4175-9192-D7D666FE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9815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04836525-B852-42EB-BFD4-C93DC5164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49815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2743E29E-379E-4434-927B-1878E60EC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49815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2823220A-EBC3-40CE-BCF8-5D8C42D2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9815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D37CED3A-2539-4C9B-94AE-3A4549D2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9815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B867754A-EC10-4A27-A18A-321914AC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49815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EE9FE316-5FA9-4DD8-87A8-CD69EC0C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49815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669B8C28-2079-40A0-9059-9E3DB871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06730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0941B200-68B8-48B2-833A-4DE5C783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06730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2B3AE5A5-6366-46FB-B618-5471652A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06730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6B0A38FF-D2F4-42B7-9808-52FBAAB5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06730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8C1AA4C6-7DE5-42F4-9FD9-889E553B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06730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AAD487FE-8469-449B-8067-B0B05DB0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506730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9931360A-2F4D-4D68-8280-B2533205C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06730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C835C015-3AA1-42F9-A1F0-3653352F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506730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6305530D-D2E9-4713-BF01-59D51B324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06730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471455FB-A121-47F5-AA8D-28E8FCB5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06730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307156AD-DA90-4FC9-B655-6F308E42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06730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4971DFE9-FB00-4545-9260-22530F94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506730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AD121EAB-2F8E-489F-88DA-77DC25B9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506730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E023CF49-2CDD-4158-B413-6B9691CF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506730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26FAFF4F-5392-47D7-9A8E-3ECFAE9E8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506730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7B7AFDA8-5E58-4375-98EB-FB4E59E3A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06730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CE887112-1021-463A-95C7-1E386320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506730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BB6F13D4-8722-4422-9ED3-AC35BFE9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506730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5E61CC9A-4A05-4EB7-80CE-60823756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506730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D6FF06F9-C60D-47B6-ADE5-D9B5B0EA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506730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A0B25E07-682C-41C4-9E7D-7447C9885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506730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E48B9A7A-13E9-43AB-8745-CFB133A86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506730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E64A0C8C-4F6F-458A-92D6-4826D1FF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15302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582919F8-DBAD-49BD-90D2-D57B4A663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15302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E55C2418-9BD1-4341-872C-79131A7E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15302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0D1F248B-F157-4DBC-90AB-B4EADAD3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15302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4AE34A8C-75E1-46E5-9F6B-25181F30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15302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7DECE0B9-A651-45E0-ACCB-8F6B917D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515302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FBF7C55F-3DF7-4A0D-A319-E135B2D44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15302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53D18C49-A00F-4522-9D74-934E4E02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515302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C2D50F22-BDEF-4F36-9F6A-5DCB35455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15302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2AD2B836-E320-4BE9-A465-71463549B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15302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7ED39C3F-7EDE-43A5-8683-885C5767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15302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E77E6403-08F3-4200-ADBB-3B8CA501D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515302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097FE535-5072-427D-A36E-B9C03516C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515302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C48CE27F-A86F-4B11-A0C6-437D3E7B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515302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7EA5F9A8-CD67-4FDD-8188-696695016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515302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40DBF537-0A94-4B7B-AB83-A8F2F919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15302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B64EED12-FE31-4CCA-9BD3-BAECF1CA2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515302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C6B82AEE-5368-4889-928F-72E4EB6F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515302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84F22564-9922-4C95-BCB9-FCCDEEA16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515302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F061B52E-86C2-439C-BCF1-7EEEA3A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515302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73B6362B-5C90-4B16-8B2B-492252F8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515302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DA301244-2FD3-4E75-ACCF-748B9479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515302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5C365003-96DC-4A19-8AFD-7DA1444F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2387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37A22F34-29C8-4E7B-B463-E24CBB78C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2387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2E444A83-38D2-422B-B2DD-CDEF201D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2387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66E9F932-C268-4C6D-BBA2-5F183F56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2387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682BEEE3-1679-47DC-AA28-6F95D4A7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2387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331CCE1C-8767-439A-8CB6-781B962B9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52387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743C9DA7-9D01-47E1-BE02-141F8FBC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2387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E7416195-227B-48F9-A7A7-ACE87CBBE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52387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04FD748E-9DEA-4A05-9FA0-510AF83F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2387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0E4041D2-82DF-4104-962F-17999362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387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38CA5E15-E99B-49E0-A84C-6A3F68BE8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2387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9E65B5DC-CAB5-421B-92C3-8472468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52387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0AED9385-DCBA-4897-9962-B5D12EAC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52387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74486468-BF9B-44B7-BA48-AA62C5A5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52387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9B27C91A-2A69-440B-A6DE-7D37E10D8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52387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21A3F683-55C8-4E8C-AB55-3F37426F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2387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EAE2499D-11FE-49B5-8D2E-A4C8FF83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52387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5F48D919-D706-4CA4-B31E-1DB84658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52387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4859632B-FAD2-41E3-8B41-1390488F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52387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FE6E3203-3215-4018-8BD8-8D95471DC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52387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7F2A0623-7C17-49E1-BF11-58B41A2D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52387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B6E9BAB0-0D48-49CE-BB08-EB3D2561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52387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44A9375D-18B5-4F64-B9A5-FD691548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3244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5128F0B1-ACA8-430A-BED7-70012247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3244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1149F2CD-E02D-496E-9B75-7FB28B33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3244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2FEB2C7E-C692-49B0-B06B-DBA421BE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3244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BE0F3430-7653-4C1D-91F6-9DC34186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3244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3B730CF6-C235-4C9A-8137-D3C8CDA6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53244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CE2B4105-BC0F-465B-9A12-8B39CE5A5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3244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BB7352EB-7B5B-4112-AF76-A9D88EB8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53244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653EFB14-A54A-48CF-81FE-1DB00315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3244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9E92734B-2896-42A5-9DAF-17083EE3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3244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8E999526-34F7-43DA-A92D-7979E37C3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3244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34ECBA2E-CA75-481D-84B3-CC7AE0FF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53244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8CCDAED7-2786-42C5-A209-34B1E68B2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53244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95FCA222-A8AA-4403-AA49-5CB067C3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53244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FDCC01D0-7371-4641-91AF-B7652CD6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53244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AFA269D9-BCCE-4B92-A3A3-25A8196A2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3244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019A89D5-3665-4A35-A6A1-0860221B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53244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58A69B26-4EE1-4176-82C9-B523D669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53244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86A1AE9A-C93F-421A-AFF0-6108FA8E5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53244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5E614C33-BC84-4566-86FA-52BDE382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53244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9CD30A61-5CC5-4B9F-985C-124035C8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53244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0294EB17-23FD-43CF-BE4C-F20A95F3C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53244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878B162A-F0F8-4308-A38E-E4C52B16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41020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58DC3EC2-56B4-410E-953C-4F10429C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41020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74DF171F-01B7-4792-8C7E-47B6B1F4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41020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50BA2DC7-7620-4F89-8012-D43FD0697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41020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E3B7367E-5B75-4838-BEB0-4CAA320D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41020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F83479B1-1858-48A0-BA95-D34DBABD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541020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BE4D5C57-E659-430D-9C83-11581DD4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41020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54B84EA0-6DFC-4CE8-A6FD-86DA57A2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541020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0A19C80D-A6FF-4CE9-95A2-EDE9FFEAB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41020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CF4A267B-E470-4825-BCA3-8D3AA411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41020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5C29EEC8-C45F-42F9-A739-2DFAA332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41020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B4C40619-B68C-4010-8B02-15A921CD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541020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8EDC2AFE-96C9-4EF0-BB9F-CE4465D9B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541020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27B3728E-C0FD-4B39-A419-44F02DF5B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541020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D8505D43-C9FB-4FB4-9F8C-C24129964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541020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3CD2237D-2053-4851-8F79-C5D5EB10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41020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06A50567-5C09-48C1-B8E1-F988E28D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541020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00E571F3-A770-4443-AA28-700395AF1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541020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15D132B4-D02C-4CAA-8D1B-C62CF90E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541020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AEBCF436-2897-4333-95A6-3781D7A98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541020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260B4E70-C07A-4E38-AFDD-1509FC5D5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541020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9B74C8E8-2623-471F-A0DC-05D98DDC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541020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50C46F11-9129-4982-9059-C8E75AFF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49592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4AFAE69F-9D14-403C-B719-4293AD8F0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49592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50629789-8D60-4F0B-B85D-7544AAF2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49592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516FDD45-59A5-417B-889A-11BF48BE7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49592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5DF41EC4-F1B1-4C2C-B025-DBB32138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49592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C51AA21B-980E-4B36-A4A2-C6CBABFF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549592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C4E89931-3051-400F-AE3E-586CDDA5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49592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3" name="">
            <a:extLst xmlns:a="http://schemas.openxmlformats.org/drawingml/2006/main">
              <a:ext uri="{FF2B5EF4-FFF2-40B4-BE49-F238E27FC236}">
                <a16:creationId xmlns:a16="http://schemas.microsoft.com/office/drawing/2014/main" id="{BA9CC9E8-98E1-4A4D-B1EF-841BA4A6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549592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4" name="">
            <a:extLst xmlns:a="http://schemas.openxmlformats.org/drawingml/2006/main">
              <a:ext uri="{FF2B5EF4-FFF2-40B4-BE49-F238E27FC236}">
                <a16:creationId xmlns:a16="http://schemas.microsoft.com/office/drawing/2014/main" id="{3D1E0995-128C-445B-94BA-FF498464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49592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5" name="">
            <a:extLst xmlns:a="http://schemas.openxmlformats.org/drawingml/2006/main">
              <a:ext uri="{FF2B5EF4-FFF2-40B4-BE49-F238E27FC236}">
                <a16:creationId xmlns:a16="http://schemas.microsoft.com/office/drawing/2014/main" id="{6D04DC18-B374-4616-A603-6506AE74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49592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6" name="">
            <a:extLst xmlns:a="http://schemas.openxmlformats.org/drawingml/2006/main">
              <a:ext uri="{FF2B5EF4-FFF2-40B4-BE49-F238E27FC236}">
                <a16:creationId xmlns:a16="http://schemas.microsoft.com/office/drawing/2014/main" id="{64BC2502-DD9D-4763-AFE8-2EF9DE33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49592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7" name="">
            <a:extLst xmlns:a="http://schemas.openxmlformats.org/drawingml/2006/main">
              <a:ext uri="{FF2B5EF4-FFF2-40B4-BE49-F238E27FC236}">
                <a16:creationId xmlns:a16="http://schemas.microsoft.com/office/drawing/2014/main" id="{E5A59E59-6554-4753-8B30-58A68605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549592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8" name="">
            <a:extLst xmlns:a="http://schemas.openxmlformats.org/drawingml/2006/main">
              <a:ext uri="{FF2B5EF4-FFF2-40B4-BE49-F238E27FC236}">
                <a16:creationId xmlns:a16="http://schemas.microsoft.com/office/drawing/2014/main" id="{98017BDE-446C-45BD-8D19-1DEE324A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549592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9" name="">
            <a:extLst xmlns:a="http://schemas.openxmlformats.org/drawingml/2006/main">
              <a:ext uri="{FF2B5EF4-FFF2-40B4-BE49-F238E27FC236}">
                <a16:creationId xmlns:a16="http://schemas.microsoft.com/office/drawing/2014/main" id="{0BC69745-2592-445B-8183-C8A93B704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549592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0" name="">
            <a:extLst xmlns:a="http://schemas.openxmlformats.org/drawingml/2006/main">
              <a:ext uri="{FF2B5EF4-FFF2-40B4-BE49-F238E27FC236}">
                <a16:creationId xmlns:a16="http://schemas.microsoft.com/office/drawing/2014/main" id="{C33D109A-00C6-4F7E-BCBE-63053D2D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549592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1" name="">
            <a:extLst xmlns:a="http://schemas.openxmlformats.org/drawingml/2006/main">
              <a:ext uri="{FF2B5EF4-FFF2-40B4-BE49-F238E27FC236}">
                <a16:creationId xmlns:a16="http://schemas.microsoft.com/office/drawing/2014/main" id="{87C2F69E-2E63-4610-A318-1D03708C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49592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2" name="">
            <a:extLst xmlns:a="http://schemas.openxmlformats.org/drawingml/2006/main">
              <a:ext uri="{FF2B5EF4-FFF2-40B4-BE49-F238E27FC236}">
                <a16:creationId xmlns:a16="http://schemas.microsoft.com/office/drawing/2014/main" id="{747BE80F-FDA0-461F-BE46-562F6195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549592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3" name="">
            <a:extLst xmlns:a="http://schemas.openxmlformats.org/drawingml/2006/main">
              <a:ext uri="{FF2B5EF4-FFF2-40B4-BE49-F238E27FC236}">
                <a16:creationId xmlns:a16="http://schemas.microsoft.com/office/drawing/2014/main" id="{FD5AFA2B-5252-4F3F-9D65-9944CE55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549592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4" name="">
            <a:extLst xmlns:a="http://schemas.openxmlformats.org/drawingml/2006/main">
              <a:ext uri="{FF2B5EF4-FFF2-40B4-BE49-F238E27FC236}">
                <a16:creationId xmlns:a16="http://schemas.microsoft.com/office/drawing/2014/main" id="{1DE97B06-B20E-427B-8BA9-7EE407C8A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549592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5" name="">
            <a:extLst xmlns:a="http://schemas.openxmlformats.org/drawingml/2006/main">
              <a:ext uri="{FF2B5EF4-FFF2-40B4-BE49-F238E27FC236}">
                <a16:creationId xmlns:a16="http://schemas.microsoft.com/office/drawing/2014/main" id="{95EBA6E5-EABE-4933-BF18-C0F7CF59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549592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6" name="">
            <a:extLst xmlns:a="http://schemas.openxmlformats.org/drawingml/2006/main">
              <a:ext uri="{FF2B5EF4-FFF2-40B4-BE49-F238E27FC236}">
                <a16:creationId xmlns:a16="http://schemas.microsoft.com/office/drawing/2014/main" id="{85A99890-A396-4C75-8FA2-091F4B7B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549592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7" name="">
            <a:extLst xmlns:a="http://schemas.openxmlformats.org/drawingml/2006/main">
              <a:ext uri="{FF2B5EF4-FFF2-40B4-BE49-F238E27FC236}">
                <a16:creationId xmlns:a16="http://schemas.microsoft.com/office/drawing/2014/main" id="{8E8B3B78-CDD4-4621-B497-8AC7A456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549592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8" name="">
            <a:extLst xmlns:a="http://schemas.openxmlformats.org/drawingml/2006/main">
              <a:ext uri="{FF2B5EF4-FFF2-40B4-BE49-F238E27FC236}">
                <a16:creationId xmlns:a16="http://schemas.microsoft.com/office/drawing/2014/main" id="{BB254EDD-9A22-478A-A2B9-78324918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816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9" name="">
            <a:extLst xmlns:a="http://schemas.openxmlformats.org/drawingml/2006/main">
              <a:ext uri="{FF2B5EF4-FFF2-40B4-BE49-F238E27FC236}">
                <a16:creationId xmlns:a16="http://schemas.microsoft.com/office/drawing/2014/main" id="{430C7807-DBC7-4651-8140-CD4C70FA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5816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0" name="">
            <a:extLst xmlns:a="http://schemas.openxmlformats.org/drawingml/2006/main">
              <a:ext uri="{FF2B5EF4-FFF2-40B4-BE49-F238E27FC236}">
                <a16:creationId xmlns:a16="http://schemas.microsoft.com/office/drawing/2014/main" id="{302829F5-F5B6-44C2-A99D-B7C3BD4E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5816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1" name="">
            <a:extLst xmlns:a="http://schemas.openxmlformats.org/drawingml/2006/main">
              <a:ext uri="{FF2B5EF4-FFF2-40B4-BE49-F238E27FC236}">
                <a16:creationId xmlns:a16="http://schemas.microsoft.com/office/drawing/2014/main" id="{E67AEECC-06FA-4116-850B-D28D87841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5816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A8990A94-7B24-495D-881B-83A36EF6C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5816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5C5FB41F-1D13-454E-90E3-7A6D6AE8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55816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4" name="">
            <a:extLst xmlns:a="http://schemas.openxmlformats.org/drawingml/2006/main">
              <a:ext uri="{FF2B5EF4-FFF2-40B4-BE49-F238E27FC236}">
                <a16:creationId xmlns:a16="http://schemas.microsoft.com/office/drawing/2014/main" id="{E1EA4561-4CBD-4C23-8C28-B4BF9A47B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5816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5" name="">
            <a:extLst xmlns:a="http://schemas.openxmlformats.org/drawingml/2006/main">
              <a:ext uri="{FF2B5EF4-FFF2-40B4-BE49-F238E27FC236}">
                <a16:creationId xmlns:a16="http://schemas.microsoft.com/office/drawing/2014/main" id="{EEEA416F-8D23-471C-86DE-5A5AA275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55816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BA457D85-DDBA-4B44-8171-288A6B18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5816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7" name="">
            <a:extLst xmlns:a="http://schemas.openxmlformats.org/drawingml/2006/main">
              <a:ext uri="{FF2B5EF4-FFF2-40B4-BE49-F238E27FC236}">
                <a16:creationId xmlns:a16="http://schemas.microsoft.com/office/drawing/2014/main" id="{3DA3C311-6328-4F5E-B946-989D8405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816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8" name="">
            <a:extLst xmlns:a="http://schemas.openxmlformats.org/drawingml/2006/main">
              <a:ext uri="{FF2B5EF4-FFF2-40B4-BE49-F238E27FC236}">
                <a16:creationId xmlns:a16="http://schemas.microsoft.com/office/drawing/2014/main" id="{E8DEE9A4-F3A8-4541-9A4B-B358034E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5816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9" name="">
            <a:extLst xmlns:a="http://schemas.openxmlformats.org/drawingml/2006/main">
              <a:ext uri="{FF2B5EF4-FFF2-40B4-BE49-F238E27FC236}">
                <a16:creationId xmlns:a16="http://schemas.microsoft.com/office/drawing/2014/main" id="{9A9F7DC9-E049-46FF-ADA4-EB2A2DD7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55816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0" name="">
            <a:extLst xmlns:a="http://schemas.openxmlformats.org/drawingml/2006/main">
              <a:ext uri="{FF2B5EF4-FFF2-40B4-BE49-F238E27FC236}">
                <a16:creationId xmlns:a16="http://schemas.microsoft.com/office/drawing/2014/main" id="{3352F320-9E3C-446A-BF40-5105755F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55816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1" name="">
            <a:extLst xmlns:a="http://schemas.openxmlformats.org/drawingml/2006/main">
              <a:ext uri="{FF2B5EF4-FFF2-40B4-BE49-F238E27FC236}">
                <a16:creationId xmlns:a16="http://schemas.microsoft.com/office/drawing/2014/main" id="{DCD843D2-30E3-4C8E-AB64-307C5F51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55816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19C00496-36F4-40A8-8012-166704E7B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55816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3" name="">
            <a:extLst xmlns:a="http://schemas.openxmlformats.org/drawingml/2006/main">
              <a:ext uri="{FF2B5EF4-FFF2-40B4-BE49-F238E27FC236}">
                <a16:creationId xmlns:a16="http://schemas.microsoft.com/office/drawing/2014/main" id="{3A0C63AA-22AD-429C-8819-6D5CB817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5816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C61488E0-C3AB-456A-9FBA-00438B9F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55816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E1B7DC65-25E8-4D48-B757-443DADC5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55816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6" name="">
            <a:extLst xmlns:a="http://schemas.openxmlformats.org/drawingml/2006/main">
              <a:ext uri="{FF2B5EF4-FFF2-40B4-BE49-F238E27FC236}">
                <a16:creationId xmlns:a16="http://schemas.microsoft.com/office/drawing/2014/main" id="{69B857FB-81F7-468C-B8CA-339976A2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55816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7" name="">
            <a:extLst xmlns:a="http://schemas.openxmlformats.org/drawingml/2006/main">
              <a:ext uri="{FF2B5EF4-FFF2-40B4-BE49-F238E27FC236}">
                <a16:creationId xmlns:a16="http://schemas.microsoft.com/office/drawing/2014/main" id="{4E1894F7-F7EA-4196-AF6D-AA41AEEE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55816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8" name="">
            <a:extLst xmlns:a="http://schemas.openxmlformats.org/drawingml/2006/main">
              <a:ext uri="{FF2B5EF4-FFF2-40B4-BE49-F238E27FC236}">
                <a16:creationId xmlns:a16="http://schemas.microsoft.com/office/drawing/2014/main" id="{7F1E0DA6-6B5E-4C38-9B37-077F67FC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55816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9" name="">
            <a:extLst xmlns:a="http://schemas.openxmlformats.org/drawingml/2006/main">
              <a:ext uri="{FF2B5EF4-FFF2-40B4-BE49-F238E27FC236}">
                <a16:creationId xmlns:a16="http://schemas.microsoft.com/office/drawing/2014/main" id="{D604163F-DC12-48DA-B61B-172EC15E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55816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0" name="">
            <a:extLst xmlns:a="http://schemas.openxmlformats.org/drawingml/2006/main">
              <a:ext uri="{FF2B5EF4-FFF2-40B4-BE49-F238E27FC236}">
                <a16:creationId xmlns:a16="http://schemas.microsoft.com/office/drawing/2014/main" id="{ECA8C611-D4E7-41EB-8738-47EC73DD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6673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4C57BC3E-98F3-44EC-960D-FC147EBE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6673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2" name="">
            <a:extLst xmlns:a="http://schemas.openxmlformats.org/drawingml/2006/main">
              <a:ext uri="{FF2B5EF4-FFF2-40B4-BE49-F238E27FC236}">
                <a16:creationId xmlns:a16="http://schemas.microsoft.com/office/drawing/2014/main" id="{A6C0A5CA-6CDD-44B8-A1D3-61DAF382C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6673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3" name="">
            <a:extLst xmlns:a="http://schemas.openxmlformats.org/drawingml/2006/main">
              <a:ext uri="{FF2B5EF4-FFF2-40B4-BE49-F238E27FC236}">
                <a16:creationId xmlns:a16="http://schemas.microsoft.com/office/drawing/2014/main" id="{E73C16B3-F4D3-4BFB-828D-8C31D87F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6673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4" name="">
            <a:extLst xmlns:a="http://schemas.openxmlformats.org/drawingml/2006/main">
              <a:ext uri="{FF2B5EF4-FFF2-40B4-BE49-F238E27FC236}">
                <a16:creationId xmlns:a16="http://schemas.microsoft.com/office/drawing/2014/main" id="{5FD94EF6-54AB-4949-B360-565EE9E26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6673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5" name="">
            <a:extLst xmlns:a="http://schemas.openxmlformats.org/drawingml/2006/main">
              <a:ext uri="{FF2B5EF4-FFF2-40B4-BE49-F238E27FC236}">
                <a16:creationId xmlns:a16="http://schemas.microsoft.com/office/drawing/2014/main" id="{D680F87C-A110-49B1-AC93-7E30D89EB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56673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6" name="">
            <a:extLst xmlns:a="http://schemas.openxmlformats.org/drawingml/2006/main">
              <a:ext uri="{FF2B5EF4-FFF2-40B4-BE49-F238E27FC236}">
                <a16:creationId xmlns:a16="http://schemas.microsoft.com/office/drawing/2014/main" id="{A94C8E9F-4E0E-4893-950F-FC4536ECF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6673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7" name="">
            <a:extLst xmlns:a="http://schemas.openxmlformats.org/drawingml/2006/main">
              <a:ext uri="{FF2B5EF4-FFF2-40B4-BE49-F238E27FC236}">
                <a16:creationId xmlns:a16="http://schemas.microsoft.com/office/drawing/2014/main" id="{C306CF7D-94A8-41B5-91E3-408B73E0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56673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8" name="">
            <a:extLst xmlns:a="http://schemas.openxmlformats.org/drawingml/2006/main">
              <a:ext uri="{FF2B5EF4-FFF2-40B4-BE49-F238E27FC236}">
                <a16:creationId xmlns:a16="http://schemas.microsoft.com/office/drawing/2014/main" id="{E037784A-2EBC-49FE-8F20-8E4CD209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6673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37CCFDAE-E53B-41E3-BABB-56BD0E63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6673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0" name="">
            <a:extLst xmlns:a="http://schemas.openxmlformats.org/drawingml/2006/main">
              <a:ext uri="{FF2B5EF4-FFF2-40B4-BE49-F238E27FC236}">
                <a16:creationId xmlns:a16="http://schemas.microsoft.com/office/drawing/2014/main" id="{E2A77257-800E-4255-9C3D-64846FBB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6673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1" name="">
            <a:extLst xmlns:a="http://schemas.openxmlformats.org/drawingml/2006/main">
              <a:ext uri="{FF2B5EF4-FFF2-40B4-BE49-F238E27FC236}">
                <a16:creationId xmlns:a16="http://schemas.microsoft.com/office/drawing/2014/main" id="{694199E6-5ACA-4ED7-81A7-1D7A23BF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56673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2" name="">
            <a:extLst xmlns:a="http://schemas.openxmlformats.org/drawingml/2006/main">
              <a:ext uri="{FF2B5EF4-FFF2-40B4-BE49-F238E27FC236}">
                <a16:creationId xmlns:a16="http://schemas.microsoft.com/office/drawing/2014/main" id="{A03A3799-2355-4BA8-A14F-501A02DE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56673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3" name="">
            <a:extLst xmlns:a="http://schemas.openxmlformats.org/drawingml/2006/main">
              <a:ext uri="{FF2B5EF4-FFF2-40B4-BE49-F238E27FC236}">
                <a16:creationId xmlns:a16="http://schemas.microsoft.com/office/drawing/2014/main" id="{6409A507-7013-43CE-911C-B107B67A3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56673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4" name="">
            <a:extLst xmlns:a="http://schemas.openxmlformats.org/drawingml/2006/main">
              <a:ext uri="{FF2B5EF4-FFF2-40B4-BE49-F238E27FC236}">
                <a16:creationId xmlns:a16="http://schemas.microsoft.com/office/drawing/2014/main" id="{6FF12ADA-C0B1-48AF-8E21-6243B2BF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56673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5" name="">
            <a:extLst xmlns:a="http://schemas.openxmlformats.org/drawingml/2006/main">
              <a:ext uri="{FF2B5EF4-FFF2-40B4-BE49-F238E27FC236}">
                <a16:creationId xmlns:a16="http://schemas.microsoft.com/office/drawing/2014/main" id="{7AB2236D-9344-4193-A725-C75A366D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6673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6" name="">
            <a:extLst xmlns:a="http://schemas.openxmlformats.org/drawingml/2006/main">
              <a:ext uri="{FF2B5EF4-FFF2-40B4-BE49-F238E27FC236}">
                <a16:creationId xmlns:a16="http://schemas.microsoft.com/office/drawing/2014/main" id="{D58381AD-5AA1-48F2-8EAA-F07DF2E9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56673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7" name="">
            <a:extLst xmlns:a="http://schemas.openxmlformats.org/drawingml/2006/main">
              <a:ext uri="{FF2B5EF4-FFF2-40B4-BE49-F238E27FC236}">
                <a16:creationId xmlns:a16="http://schemas.microsoft.com/office/drawing/2014/main" id="{901B6624-A052-4AA0-BB0E-111A6FF4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56673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8" name="">
            <a:extLst xmlns:a="http://schemas.openxmlformats.org/drawingml/2006/main">
              <a:ext uri="{FF2B5EF4-FFF2-40B4-BE49-F238E27FC236}">
                <a16:creationId xmlns:a16="http://schemas.microsoft.com/office/drawing/2014/main" id="{282F842E-DDCB-4D51-9A07-37A91E12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56673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9" name="">
            <a:extLst xmlns:a="http://schemas.openxmlformats.org/drawingml/2006/main">
              <a:ext uri="{FF2B5EF4-FFF2-40B4-BE49-F238E27FC236}">
                <a16:creationId xmlns:a16="http://schemas.microsoft.com/office/drawing/2014/main" id="{67C501A6-FA75-4611-B6D3-2D5140198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56673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0" name="">
            <a:extLst xmlns:a="http://schemas.openxmlformats.org/drawingml/2006/main">
              <a:ext uri="{FF2B5EF4-FFF2-40B4-BE49-F238E27FC236}">
                <a16:creationId xmlns:a16="http://schemas.microsoft.com/office/drawing/2014/main" id="{A2753AB1-51FB-48F4-B558-0B0B5E994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56673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1" name="">
            <a:extLst xmlns:a="http://schemas.openxmlformats.org/drawingml/2006/main">
              <a:ext uri="{FF2B5EF4-FFF2-40B4-BE49-F238E27FC236}">
                <a16:creationId xmlns:a16="http://schemas.microsoft.com/office/drawing/2014/main" id="{4EAEDA50-04FE-4595-836B-D8F6308B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56673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2" name="">
            <a:extLst xmlns:a="http://schemas.openxmlformats.org/drawingml/2006/main">
              <a:ext uri="{FF2B5EF4-FFF2-40B4-BE49-F238E27FC236}">
                <a16:creationId xmlns:a16="http://schemas.microsoft.com/office/drawing/2014/main" id="{6781263D-96DB-4530-A7B7-A3034615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75310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3" name="">
            <a:extLst xmlns:a="http://schemas.openxmlformats.org/drawingml/2006/main">
              <a:ext uri="{FF2B5EF4-FFF2-40B4-BE49-F238E27FC236}">
                <a16:creationId xmlns:a16="http://schemas.microsoft.com/office/drawing/2014/main" id="{933FAD7B-1A88-4335-9C8C-09EECDB0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75310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4" name="">
            <a:extLst xmlns:a="http://schemas.openxmlformats.org/drawingml/2006/main">
              <a:ext uri="{FF2B5EF4-FFF2-40B4-BE49-F238E27FC236}">
                <a16:creationId xmlns:a16="http://schemas.microsoft.com/office/drawing/2014/main" id="{29DDAAD7-90D8-45AD-87FB-68184E17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75310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5" name="">
            <a:extLst xmlns:a="http://schemas.openxmlformats.org/drawingml/2006/main">
              <a:ext uri="{FF2B5EF4-FFF2-40B4-BE49-F238E27FC236}">
                <a16:creationId xmlns:a16="http://schemas.microsoft.com/office/drawing/2014/main" id="{2ADE1562-9E6E-4C95-ADEA-1BF75A4C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75310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6" name="">
            <a:extLst xmlns:a="http://schemas.openxmlformats.org/drawingml/2006/main">
              <a:ext uri="{FF2B5EF4-FFF2-40B4-BE49-F238E27FC236}">
                <a16:creationId xmlns:a16="http://schemas.microsoft.com/office/drawing/2014/main" id="{BDEABA32-652D-4225-82D9-6034E176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75310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7" name="">
            <a:extLst xmlns:a="http://schemas.openxmlformats.org/drawingml/2006/main">
              <a:ext uri="{FF2B5EF4-FFF2-40B4-BE49-F238E27FC236}">
                <a16:creationId xmlns:a16="http://schemas.microsoft.com/office/drawing/2014/main" id="{F80A4787-5877-4EFC-ACB9-009CD313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575310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8" name="">
            <a:extLst xmlns:a="http://schemas.openxmlformats.org/drawingml/2006/main">
              <a:ext uri="{FF2B5EF4-FFF2-40B4-BE49-F238E27FC236}">
                <a16:creationId xmlns:a16="http://schemas.microsoft.com/office/drawing/2014/main" id="{2547D636-2B97-4313-A9CE-093E0E39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75310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9" name="">
            <a:extLst xmlns:a="http://schemas.openxmlformats.org/drawingml/2006/main">
              <a:ext uri="{FF2B5EF4-FFF2-40B4-BE49-F238E27FC236}">
                <a16:creationId xmlns:a16="http://schemas.microsoft.com/office/drawing/2014/main" id="{D8F72F2F-3075-431F-BADD-74CAE9D4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575310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0" name="">
            <a:extLst xmlns:a="http://schemas.openxmlformats.org/drawingml/2006/main">
              <a:ext uri="{FF2B5EF4-FFF2-40B4-BE49-F238E27FC236}">
                <a16:creationId xmlns:a16="http://schemas.microsoft.com/office/drawing/2014/main" id="{B089A12E-6DB7-487C-95E4-29902C4F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75310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1" name="">
            <a:extLst xmlns:a="http://schemas.openxmlformats.org/drawingml/2006/main">
              <a:ext uri="{FF2B5EF4-FFF2-40B4-BE49-F238E27FC236}">
                <a16:creationId xmlns:a16="http://schemas.microsoft.com/office/drawing/2014/main" id="{315B83A1-9EB4-426F-9841-98397814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75310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2" name="">
            <a:extLst xmlns:a="http://schemas.openxmlformats.org/drawingml/2006/main">
              <a:ext uri="{FF2B5EF4-FFF2-40B4-BE49-F238E27FC236}">
                <a16:creationId xmlns:a16="http://schemas.microsoft.com/office/drawing/2014/main" id="{9E985114-A70D-4458-9B45-B672B5885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75310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3" name="">
            <a:extLst xmlns:a="http://schemas.openxmlformats.org/drawingml/2006/main">
              <a:ext uri="{FF2B5EF4-FFF2-40B4-BE49-F238E27FC236}">
                <a16:creationId xmlns:a16="http://schemas.microsoft.com/office/drawing/2014/main" id="{21FF7984-E893-48C3-A14A-D932C312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575310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4" name="">
            <a:extLst xmlns:a="http://schemas.openxmlformats.org/drawingml/2006/main">
              <a:ext uri="{FF2B5EF4-FFF2-40B4-BE49-F238E27FC236}">
                <a16:creationId xmlns:a16="http://schemas.microsoft.com/office/drawing/2014/main" id="{45F6A379-EB8A-4CE0-866E-43F51A5E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575310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5" name="">
            <a:extLst xmlns:a="http://schemas.openxmlformats.org/drawingml/2006/main">
              <a:ext uri="{FF2B5EF4-FFF2-40B4-BE49-F238E27FC236}">
                <a16:creationId xmlns:a16="http://schemas.microsoft.com/office/drawing/2014/main" id="{16E86E64-73E0-414D-86F1-758DC893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575310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6" name="">
            <a:extLst xmlns:a="http://schemas.openxmlformats.org/drawingml/2006/main">
              <a:ext uri="{FF2B5EF4-FFF2-40B4-BE49-F238E27FC236}">
                <a16:creationId xmlns:a16="http://schemas.microsoft.com/office/drawing/2014/main" id="{A12F5E61-F162-4A56-9613-D7BA197D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575310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7" name="">
            <a:extLst xmlns:a="http://schemas.openxmlformats.org/drawingml/2006/main">
              <a:ext uri="{FF2B5EF4-FFF2-40B4-BE49-F238E27FC236}">
                <a16:creationId xmlns:a16="http://schemas.microsoft.com/office/drawing/2014/main" id="{106A38DF-25D3-4A86-9DCC-EEFB29F6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75310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8" name="">
            <a:extLst xmlns:a="http://schemas.openxmlformats.org/drawingml/2006/main">
              <a:ext uri="{FF2B5EF4-FFF2-40B4-BE49-F238E27FC236}">
                <a16:creationId xmlns:a16="http://schemas.microsoft.com/office/drawing/2014/main" id="{88C64DE2-E5DD-483C-B544-A4A8933D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575310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9" name="">
            <a:extLst xmlns:a="http://schemas.openxmlformats.org/drawingml/2006/main">
              <a:ext uri="{FF2B5EF4-FFF2-40B4-BE49-F238E27FC236}">
                <a16:creationId xmlns:a16="http://schemas.microsoft.com/office/drawing/2014/main" id="{FABAA6B5-A70F-4B14-A958-7321242E1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575310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0" name="">
            <a:extLst xmlns:a="http://schemas.openxmlformats.org/drawingml/2006/main">
              <a:ext uri="{FF2B5EF4-FFF2-40B4-BE49-F238E27FC236}">
                <a16:creationId xmlns:a16="http://schemas.microsoft.com/office/drawing/2014/main" id="{1CCF97AE-1C84-4EDA-A92D-65AD7A83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575310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1" name="">
            <a:extLst xmlns:a="http://schemas.openxmlformats.org/drawingml/2006/main">
              <a:ext uri="{FF2B5EF4-FFF2-40B4-BE49-F238E27FC236}">
                <a16:creationId xmlns:a16="http://schemas.microsoft.com/office/drawing/2014/main" id="{42142355-158C-4F92-BFB0-2F0D7CBB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575310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2" name="">
            <a:extLst xmlns:a="http://schemas.openxmlformats.org/drawingml/2006/main">
              <a:ext uri="{FF2B5EF4-FFF2-40B4-BE49-F238E27FC236}">
                <a16:creationId xmlns:a16="http://schemas.microsoft.com/office/drawing/2014/main" id="{8EAA324D-C5C9-4B45-87A1-4FD8C8D7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575310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3" name="">
            <a:extLst xmlns:a="http://schemas.openxmlformats.org/drawingml/2006/main">
              <a:ext uri="{FF2B5EF4-FFF2-40B4-BE49-F238E27FC236}">
                <a16:creationId xmlns:a16="http://schemas.microsoft.com/office/drawing/2014/main" id="{B9F25258-D919-40C4-A87E-1208F241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575310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4" name="">
            <a:extLst xmlns:a="http://schemas.openxmlformats.org/drawingml/2006/main">
              <a:ext uri="{FF2B5EF4-FFF2-40B4-BE49-F238E27FC236}">
                <a16:creationId xmlns:a16="http://schemas.microsoft.com/office/drawing/2014/main" id="{DC9E381D-0E93-416F-A48A-39B23832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83882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5" name="">
            <a:extLst xmlns:a="http://schemas.openxmlformats.org/drawingml/2006/main">
              <a:ext uri="{FF2B5EF4-FFF2-40B4-BE49-F238E27FC236}">
                <a16:creationId xmlns:a16="http://schemas.microsoft.com/office/drawing/2014/main" id="{D490EBD9-3642-4742-872B-7BB279F9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83882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6" name="">
            <a:extLst xmlns:a="http://schemas.openxmlformats.org/drawingml/2006/main">
              <a:ext uri="{FF2B5EF4-FFF2-40B4-BE49-F238E27FC236}">
                <a16:creationId xmlns:a16="http://schemas.microsoft.com/office/drawing/2014/main" id="{13C7ABC5-5BD6-412F-AE2E-FD0125CC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83882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7" name="">
            <a:extLst xmlns:a="http://schemas.openxmlformats.org/drawingml/2006/main">
              <a:ext uri="{FF2B5EF4-FFF2-40B4-BE49-F238E27FC236}">
                <a16:creationId xmlns:a16="http://schemas.microsoft.com/office/drawing/2014/main" id="{C501DBC2-00FE-4412-9A68-C9345D35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83882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8" name="">
            <a:extLst xmlns:a="http://schemas.openxmlformats.org/drawingml/2006/main">
              <a:ext uri="{FF2B5EF4-FFF2-40B4-BE49-F238E27FC236}">
                <a16:creationId xmlns:a16="http://schemas.microsoft.com/office/drawing/2014/main" id="{F54D1C27-39BF-4803-8B45-1436A1C5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3882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9" name="">
            <a:extLst xmlns:a="http://schemas.openxmlformats.org/drawingml/2006/main">
              <a:ext uri="{FF2B5EF4-FFF2-40B4-BE49-F238E27FC236}">
                <a16:creationId xmlns:a16="http://schemas.microsoft.com/office/drawing/2014/main" id="{A7F18C77-678C-4BBE-8982-9FEE7BF1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583882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0" name="">
            <a:extLst xmlns:a="http://schemas.openxmlformats.org/drawingml/2006/main">
              <a:ext uri="{FF2B5EF4-FFF2-40B4-BE49-F238E27FC236}">
                <a16:creationId xmlns:a16="http://schemas.microsoft.com/office/drawing/2014/main" id="{45EF9595-7236-47EF-9324-C2E83C56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83882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1" name="">
            <a:extLst xmlns:a="http://schemas.openxmlformats.org/drawingml/2006/main">
              <a:ext uri="{FF2B5EF4-FFF2-40B4-BE49-F238E27FC236}">
                <a16:creationId xmlns:a16="http://schemas.microsoft.com/office/drawing/2014/main" id="{6C91B71E-1BF5-4953-B93C-6BD97A34E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583882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2" name="">
            <a:extLst xmlns:a="http://schemas.openxmlformats.org/drawingml/2006/main">
              <a:ext uri="{FF2B5EF4-FFF2-40B4-BE49-F238E27FC236}">
                <a16:creationId xmlns:a16="http://schemas.microsoft.com/office/drawing/2014/main" id="{909375EB-6B53-4B49-9814-9A6418B4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83882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3" name="">
            <a:extLst xmlns:a="http://schemas.openxmlformats.org/drawingml/2006/main">
              <a:ext uri="{FF2B5EF4-FFF2-40B4-BE49-F238E27FC236}">
                <a16:creationId xmlns:a16="http://schemas.microsoft.com/office/drawing/2014/main" id="{D68B3FE5-F374-4998-9B74-8CD94A7CA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83882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4" name="">
            <a:extLst xmlns:a="http://schemas.openxmlformats.org/drawingml/2006/main">
              <a:ext uri="{FF2B5EF4-FFF2-40B4-BE49-F238E27FC236}">
                <a16:creationId xmlns:a16="http://schemas.microsoft.com/office/drawing/2014/main" id="{8D50CEF1-6F87-4955-9ADC-57FE46D9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83882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5" name="">
            <a:extLst xmlns:a="http://schemas.openxmlformats.org/drawingml/2006/main">
              <a:ext uri="{FF2B5EF4-FFF2-40B4-BE49-F238E27FC236}">
                <a16:creationId xmlns:a16="http://schemas.microsoft.com/office/drawing/2014/main" id="{A8F0D63D-8B2A-453F-8874-5772DA96D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583882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6" name="">
            <a:extLst xmlns:a="http://schemas.openxmlformats.org/drawingml/2006/main">
              <a:ext uri="{FF2B5EF4-FFF2-40B4-BE49-F238E27FC236}">
                <a16:creationId xmlns:a16="http://schemas.microsoft.com/office/drawing/2014/main" id="{D23FF1FD-1FC3-4DA9-93DC-705E4C88F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583882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7" name="">
            <a:extLst xmlns:a="http://schemas.openxmlformats.org/drawingml/2006/main">
              <a:ext uri="{FF2B5EF4-FFF2-40B4-BE49-F238E27FC236}">
                <a16:creationId xmlns:a16="http://schemas.microsoft.com/office/drawing/2014/main" id="{9B1D0847-F808-4612-A815-26B448F3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583882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8" name="">
            <a:extLst xmlns:a="http://schemas.openxmlformats.org/drawingml/2006/main">
              <a:ext uri="{FF2B5EF4-FFF2-40B4-BE49-F238E27FC236}">
                <a16:creationId xmlns:a16="http://schemas.microsoft.com/office/drawing/2014/main" id="{C768D152-4276-4EF6-936C-E6B75B4D6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583882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9" name="">
            <a:extLst xmlns:a="http://schemas.openxmlformats.org/drawingml/2006/main">
              <a:ext uri="{FF2B5EF4-FFF2-40B4-BE49-F238E27FC236}">
                <a16:creationId xmlns:a16="http://schemas.microsoft.com/office/drawing/2014/main" id="{DE1FE8C0-4E4F-47EC-87C9-1F4602B6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83882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0" name="">
            <a:extLst xmlns:a="http://schemas.openxmlformats.org/drawingml/2006/main">
              <a:ext uri="{FF2B5EF4-FFF2-40B4-BE49-F238E27FC236}">
                <a16:creationId xmlns:a16="http://schemas.microsoft.com/office/drawing/2014/main" id="{921312D9-A2C1-4CA9-BEFC-D8366BBA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583882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1" name="">
            <a:extLst xmlns:a="http://schemas.openxmlformats.org/drawingml/2006/main">
              <a:ext uri="{FF2B5EF4-FFF2-40B4-BE49-F238E27FC236}">
                <a16:creationId xmlns:a16="http://schemas.microsoft.com/office/drawing/2014/main" id="{C6D840AA-ECFB-4C2E-B556-AF49A772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583882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2" name="">
            <a:extLst xmlns:a="http://schemas.openxmlformats.org/drawingml/2006/main">
              <a:ext uri="{FF2B5EF4-FFF2-40B4-BE49-F238E27FC236}">
                <a16:creationId xmlns:a16="http://schemas.microsoft.com/office/drawing/2014/main" id="{CC26997B-3909-4682-9727-22720058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583882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3" name="">
            <a:extLst xmlns:a="http://schemas.openxmlformats.org/drawingml/2006/main">
              <a:ext uri="{FF2B5EF4-FFF2-40B4-BE49-F238E27FC236}">
                <a16:creationId xmlns:a16="http://schemas.microsoft.com/office/drawing/2014/main" id="{F646CBA7-9E3B-4FAF-BEFC-52DA830F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583882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4" name="">
            <a:extLst xmlns:a="http://schemas.openxmlformats.org/drawingml/2006/main">
              <a:ext uri="{FF2B5EF4-FFF2-40B4-BE49-F238E27FC236}">
                <a16:creationId xmlns:a16="http://schemas.microsoft.com/office/drawing/2014/main" id="{9E914E24-0906-4E19-8500-2FB80816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583882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5" name="">
            <a:extLst xmlns:a="http://schemas.openxmlformats.org/drawingml/2006/main">
              <a:ext uri="{FF2B5EF4-FFF2-40B4-BE49-F238E27FC236}">
                <a16:creationId xmlns:a16="http://schemas.microsoft.com/office/drawing/2014/main" id="{978924AC-519E-4526-B014-9A5410966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583882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6" name="">
            <a:extLst xmlns:a="http://schemas.openxmlformats.org/drawingml/2006/main">
              <a:ext uri="{FF2B5EF4-FFF2-40B4-BE49-F238E27FC236}">
                <a16:creationId xmlns:a16="http://schemas.microsoft.com/office/drawing/2014/main" id="{F5AE9AFB-8657-4BD0-A436-0E4D5E1D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245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7" name="">
            <a:extLst xmlns:a="http://schemas.openxmlformats.org/drawingml/2006/main">
              <a:ext uri="{FF2B5EF4-FFF2-40B4-BE49-F238E27FC236}">
                <a16:creationId xmlns:a16="http://schemas.microsoft.com/office/drawing/2014/main" id="{C1F669F1-AA0A-417D-A97D-825D195E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9245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8" name="">
            <a:extLst xmlns:a="http://schemas.openxmlformats.org/drawingml/2006/main">
              <a:ext uri="{FF2B5EF4-FFF2-40B4-BE49-F238E27FC236}">
                <a16:creationId xmlns:a16="http://schemas.microsoft.com/office/drawing/2014/main" id="{C54698C0-3B97-45B2-B492-5E311BE4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9245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9" name="">
            <a:extLst xmlns:a="http://schemas.openxmlformats.org/drawingml/2006/main">
              <a:ext uri="{FF2B5EF4-FFF2-40B4-BE49-F238E27FC236}">
                <a16:creationId xmlns:a16="http://schemas.microsoft.com/office/drawing/2014/main" id="{0AB281CC-A05A-4134-84CE-9716CC58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9245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0" name="">
            <a:extLst xmlns:a="http://schemas.openxmlformats.org/drawingml/2006/main">
              <a:ext uri="{FF2B5EF4-FFF2-40B4-BE49-F238E27FC236}">
                <a16:creationId xmlns:a16="http://schemas.microsoft.com/office/drawing/2014/main" id="{60DC32E9-4C8C-4651-B5EA-C93B5B1B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9245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1" name="">
            <a:extLst xmlns:a="http://schemas.openxmlformats.org/drawingml/2006/main">
              <a:ext uri="{FF2B5EF4-FFF2-40B4-BE49-F238E27FC236}">
                <a16:creationId xmlns:a16="http://schemas.microsoft.com/office/drawing/2014/main" id="{9C5A9EEF-8C74-46D8-BE2D-467C71EB6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59245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2" name="">
            <a:extLst xmlns:a="http://schemas.openxmlformats.org/drawingml/2006/main">
              <a:ext uri="{FF2B5EF4-FFF2-40B4-BE49-F238E27FC236}">
                <a16:creationId xmlns:a16="http://schemas.microsoft.com/office/drawing/2014/main" id="{F864B3A7-A92A-4584-A4A0-F2E5D7E4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9245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3" name="">
            <a:extLst xmlns:a="http://schemas.openxmlformats.org/drawingml/2006/main">
              <a:ext uri="{FF2B5EF4-FFF2-40B4-BE49-F238E27FC236}">
                <a16:creationId xmlns:a16="http://schemas.microsoft.com/office/drawing/2014/main" id="{FB069639-7417-4C30-9859-A0E9C823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59245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4" name="">
            <a:extLst xmlns:a="http://schemas.openxmlformats.org/drawingml/2006/main">
              <a:ext uri="{FF2B5EF4-FFF2-40B4-BE49-F238E27FC236}">
                <a16:creationId xmlns:a16="http://schemas.microsoft.com/office/drawing/2014/main" id="{50B96B6E-E7C1-426B-8318-461792F7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9245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5" name="">
            <a:extLst xmlns:a="http://schemas.openxmlformats.org/drawingml/2006/main">
              <a:ext uri="{FF2B5EF4-FFF2-40B4-BE49-F238E27FC236}">
                <a16:creationId xmlns:a16="http://schemas.microsoft.com/office/drawing/2014/main" id="{00335AFF-07F5-443E-B735-58AFB909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9245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6" name="">
            <a:extLst xmlns:a="http://schemas.openxmlformats.org/drawingml/2006/main">
              <a:ext uri="{FF2B5EF4-FFF2-40B4-BE49-F238E27FC236}">
                <a16:creationId xmlns:a16="http://schemas.microsoft.com/office/drawing/2014/main" id="{50655C92-FD9C-4CBF-A5F2-7EE6B60A4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9245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7" name="">
            <a:extLst xmlns:a="http://schemas.openxmlformats.org/drawingml/2006/main">
              <a:ext uri="{FF2B5EF4-FFF2-40B4-BE49-F238E27FC236}">
                <a16:creationId xmlns:a16="http://schemas.microsoft.com/office/drawing/2014/main" id="{A62C9711-6CC5-4D4E-9208-D7357C35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59245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8" name="">
            <a:extLst xmlns:a="http://schemas.openxmlformats.org/drawingml/2006/main">
              <a:ext uri="{FF2B5EF4-FFF2-40B4-BE49-F238E27FC236}">
                <a16:creationId xmlns:a16="http://schemas.microsoft.com/office/drawing/2014/main" id="{6757F4AA-8227-43F3-972D-D3057BE2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59245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9" name="">
            <a:extLst xmlns:a="http://schemas.openxmlformats.org/drawingml/2006/main">
              <a:ext uri="{FF2B5EF4-FFF2-40B4-BE49-F238E27FC236}">
                <a16:creationId xmlns:a16="http://schemas.microsoft.com/office/drawing/2014/main" id="{9B1CFF9C-0B6F-4B2E-9C3F-2B7C2130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59245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0" name="">
            <a:extLst xmlns:a="http://schemas.openxmlformats.org/drawingml/2006/main">
              <a:ext uri="{FF2B5EF4-FFF2-40B4-BE49-F238E27FC236}">
                <a16:creationId xmlns:a16="http://schemas.microsoft.com/office/drawing/2014/main" id="{2462F90D-7234-4D05-987E-35481BCB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59245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1" name="">
            <a:extLst xmlns:a="http://schemas.openxmlformats.org/drawingml/2006/main">
              <a:ext uri="{FF2B5EF4-FFF2-40B4-BE49-F238E27FC236}">
                <a16:creationId xmlns:a16="http://schemas.microsoft.com/office/drawing/2014/main" id="{E22C6A89-C6D6-430A-9F84-BDE089CA4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9245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2" name="">
            <a:extLst xmlns:a="http://schemas.openxmlformats.org/drawingml/2006/main">
              <a:ext uri="{FF2B5EF4-FFF2-40B4-BE49-F238E27FC236}">
                <a16:creationId xmlns:a16="http://schemas.microsoft.com/office/drawing/2014/main" id="{74EA318E-97CF-43C9-AC89-59A581A2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59245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3" name="">
            <a:extLst xmlns:a="http://schemas.openxmlformats.org/drawingml/2006/main">
              <a:ext uri="{FF2B5EF4-FFF2-40B4-BE49-F238E27FC236}">
                <a16:creationId xmlns:a16="http://schemas.microsoft.com/office/drawing/2014/main" id="{ABCC65B6-0134-41B3-BF4C-BD380231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5924550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4" name="">
            <a:extLst xmlns:a="http://schemas.openxmlformats.org/drawingml/2006/main">
              <a:ext uri="{FF2B5EF4-FFF2-40B4-BE49-F238E27FC236}">
                <a16:creationId xmlns:a16="http://schemas.microsoft.com/office/drawing/2014/main" id="{69EA4D1B-B73B-446A-8DED-FE217A15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5924550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5" name="">
            <a:extLst xmlns:a="http://schemas.openxmlformats.org/drawingml/2006/main">
              <a:ext uri="{FF2B5EF4-FFF2-40B4-BE49-F238E27FC236}">
                <a16:creationId xmlns:a16="http://schemas.microsoft.com/office/drawing/2014/main" id="{7322950B-215F-491E-B311-747F051E9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5924550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6" name="">
            <a:extLst xmlns:a="http://schemas.openxmlformats.org/drawingml/2006/main">
              <a:ext uri="{FF2B5EF4-FFF2-40B4-BE49-F238E27FC236}">
                <a16:creationId xmlns:a16="http://schemas.microsoft.com/office/drawing/2014/main" id="{A0A1C165-C14B-4707-8AFF-4D718CED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5924550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7" name="">
            <a:extLst xmlns:a="http://schemas.openxmlformats.org/drawingml/2006/main">
              <a:ext uri="{FF2B5EF4-FFF2-40B4-BE49-F238E27FC236}">
                <a16:creationId xmlns:a16="http://schemas.microsoft.com/office/drawing/2014/main" id="{DA16E389-0E35-4562-A933-B598ED78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5924550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8" name="">
            <a:extLst xmlns:a="http://schemas.openxmlformats.org/drawingml/2006/main">
              <a:ext uri="{FF2B5EF4-FFF2-40B4-BE49-F238E27FC236}">
                <a16:creationId xmlns:a16="http://schemas.microsoft.com/office/drawing/2014/main" id="{E6ACCF87-A6DB-498F-AA95-4F1F13CC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0102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9" name="">
            <a:extLst xmlns:a="http://schemas.openxmlformats.org/drawingml/2006/main">
              <a:ext uri="{FF2B5EF4-FFF2-40B4-BE49-F238E27FC236}">
                <a16:creationId xmlns:a16="http://schemas.microsoft.com/office/drawing/2014/main" id="{680ADFD7-CA81-49B7-9757-6DE1CA29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102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0" name="">
            <a:extLst xmlns:a="http://schemas.openxmlformats.org/drawingml/2006/main">
              <a:ext uri="{FF2B5EF4-FFF2-40B4-BE49-F238E27FC236}">
                <a16:creationId xmlns:a16="http://schemas.microsoft.com/office/drawing/2014/main" id="{254B5B04-8A8C-4D5F-A26B-32799E7D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60102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1" name="">
            <a:extLst xmlns:a="http://schemas.openxmlformats.org/drawingml/2006/main">
              <a:ext uri="{FF2B5EF4-FFF2-40B4-BE49-F238E27FC236}">
                <a16:creationId xmlns:a16="http://schemas.microsoft.com/office/drawing/2014/main" id="{E2F5B5C0-26BB-4EE5-97E0-C257BA4E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60102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2" name="">
            <a:extLst xmlns:a="http://schemas.openxmlformats.org/drawingml/2006/main">
              <a:ext uri="{FF2B5EF4-FFF2-40B4-BE49-F238E27FC236}">
                <a16:creationId xmlns:a16="http://schemas.microsoft.com/office/drawing/2014/main" id="{DEAC20EE-1944-4776-9A39-2748B5ED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60102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3" name="">
            <a:extLst xmlns:a="http://schemas.openxmlformats.org/drawingml/2006/main">
              <a:ext uri="{FF2B5EF4-FFF2-40B4-BE49-F238E27FC236}">
                <a16:creationId xmlns:a16="http://schemas.microsoft.com/office/drawing/2014/main" id="{E7E30C6F-E1DA-4F75-85EA-A80B257B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60102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4" name="">
            <a:extLst xmlns:a="http://schemas.openxmlformats.org/drawingml/2006/main">
              <a:ext uri="{FF2B5EF4-FFF2-40B4-BE49-F238E27FC236}">
                <a16:creationId xmlns:a16="http://schemas.microsoft.com/office/drawing/2014/main" id="{E864192F-F939-4303-A73F-979B75ED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0102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5" name="">
            <a:extLst xmlns:a="http://schemas.openxmlformats.org/drawingml/2006/main">
              <a:ext uri="{FF2B5EF4-FFF2-40B4-BE49-F238E27FC236}">
                <a16:creationId xmlns:a16="http://schemas.microsoft.com/office/drawing/2014/main" id="{0271C273-9368-4A69-884E-7D7705A26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60102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6" name="">
            <a:extLst xmlns:a="http://schemas.openxmlformats.org/drawingml/2006/main">
              <a:ext uri="{FF2B5EF4-FFF2-40B4-BE49-F238E27FC236}">
                <a16:creationId xmlns:a16="http://schemas.microsoft.com/office/drawing/2014/main" id="{AC958A76-B8AC-4929-AE8B-C605A71D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60102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7" name="">
            <a:extLst xmlns:a="http://schemas.openxmlformats.org/drawingml/2006/main">
              <a:ext uri="{FF2B5EF4-FFF2-40B4-BE49-F238E27FC236}">
                <a16:creationId xmlns:a16="http://schemas.microsoft.com/office/drawing/2014/main" id="{62D102B7-85CD-4906-BE23-8F69719D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60102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8" name="">
            <a:extLst xmlns:a="http://schemas.openxmlformats.org/drawingml/2006/main">
              <a:ext uri="{FF2B5EF4-FFF2-40B4-BE49-F238E27FC236}">
                <a16:creationId xmlns:a16="http://schemas.microsoft.com/office/drawing/2014/main" id="{3FAE78EF-BF77-4D94-87AE-9F04ED8A4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0102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9" name="">
            <a:extLst xmlns:a="http://schemas.openxmlformats.org/drawingml/2006/main">
              <a:ext uri="{FF2B5EF4-FFF2-40B4-BE49-F238E27FC236}">
                <a16:creationId xmlns:a16="http://schemas.microsoft.com/office/drawing/2014/main" id="{C8A81EF0-D4AE-4894-8C16-3BCCC3F1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60102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0" name="">
            <a:extLst xmlns:a="http://schemas.openxmlformats.org/drawingml/2006/main">
              <a:ext uri="{FF2B5EF4-FFF2-40B4-BE49-F238E27FC236}">
                <a16:creationId xmlns:a16="http://schemas.microsoft.com/office/drawing/2014/main" id="{C999D131-8395-4558-9CC2-7F242BF2F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0102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1" name="">
            <a:extLst xmlns:a="http://schemas.openxmlformats.org/drawingml/2006/main">
              <a:ext uri="{FF2B5EF4-FFF2-40B4-BE49-F238E27FC236}">
                <a16:creationId xmlns:a16="http://schemas.microsoft.com/office/drawing/2014/main" id="{C9E5B5B3-233B-415E-93DB-471F13E4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60102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2" name="">
            <a:extLst xmlns:a="http://schemas.openxmlformats.org/drawingml/2006/main">
              <a:ext uri="{FF2B5EF4-FFF2-40B4-BE49-F238E27FC236}">
                <a16:creationId xmlns:a16="http://schemas.microsoft.com/office/drawing/2014/main" id="{72A443C7-4018-4FDA-AB11-7C1E6986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0102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3" name="">
            <a:extLst xmlns:a="http://schemas.openxmlformats.org/drawingml/2006/main">
              <a:ext uri="{FF2B5EF4-FFF2-40B4-BE49-F238E27FC236}">
                <a16:creationId xmlns:a16="http://schemas.microsoft.com/office/drawing/2014/main" id="{4CCA4A8D-180F-46BC-8CCF-2FA6B3EE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0102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4" name="">
            <a:extLst xmlns:a="http://schemas.openxmlformats.org/drawingml/2006/main">
              <a:ext uri="{FF2B5EF4-FFF2-40B4-BE49-F238E27FC236}">
                <a16:creationId xmlns:a16="http://schemas.microsoft.com/office/drawing/2014/main" id="{E47E2378-A9B0-44C4-AB8C-BAB3489A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0102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5" name="">
            <a:extLst xmlns:a="http://schemas.openxmlformats.org/drawingml/2006/main">
              <a:ext uri="{FF2B5EF4-FFF2-40B4-BE49-F238E27FC236}">
                <a16:creationId xmlns:a16="http://schemas.microsoft.com/office/drawing/2014/main" id="{DAE5E228-1D22-4F7B-8B36-44478067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010275"/>
            <a:ext cx="23717" cy="237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6" name="">
            <a:extLst xmlns:a="http://schemas.openxmlformats.org/drawingml/2006/main">
              <a:ext uri="{FF2B5EF4-FFF2-40B4-BE49-F238E27FC236}">
                <a16:creationId xmlns:a16="http://schemas.microsoft.com/office/drawing/2014/main" id="{50637C93-4370-44F1-A6FE-EDAE564F1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010275"/>
            <a:ext cx="10001" cy="1000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7" name="">
            <a:extLst xmlns:a="http://schemas.openxmlformats.org/drawingml/2006/main">
              <a:ext uri="{FF2B5EF4-FFF2-40B4-BE49-F238E27FC236}">
                <a16:creationId xmlns:a16="http://schemas.microsoft.com/office/drawing/2014/main" id="{8EB8379B-CDDE-4D0B-A344-4441ED9A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6010275"/>
            <a:ext cx="13430" cy="1343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8" name="">
            <a:extLst xmlns:a="http://schemas.openxmlformats.org/drawingml/2006/main">
              <a:ext uri="{FF2B5EF4-FFF2-40B4-BE49-F238E27FC236}">
                <a16:creationId xmlns:a16="http://schemas.microsoft.com/office/drawing/2014/main" id="{550E1141-4521-4D04-BBFC-25A1D109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010275"/>
            <a:ext cx="16859" cy="168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9" name="">
            <a:extLst xmlns:a="http://schemas.openxmlformats.org/drawingml/2006/main">
              <a:ext uri="{FF2B5EF4-FFF2-40B4-BE49-F238E27FC236}">
                <a16:creationId xmlns:a16="http://schemas.microsoft.com/office/drawing/2014/main" id="{56454539-5649-4A3C-8F93-54064495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6010275"/>
            <a:ext cx="20288" cy="202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0" name="">
            <a:extLst xmlns:a="http://schemas.openxmlformats.org/drawingml/2006/main">
              <a:ext uri="{FF2B5EF4-FFF2-40B4-BE49-F238E27FC236}">
                <a16:creationId xmlns:a16="http://schemas.microsoft.com/office/drawing/2014/main" id="{9CC3C78F-184A-48BB-8DE9-A570CE269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C7C7C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C7C7C7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461" name="">
            <a:extLst xmlns:a="http://schemas.openxmlformats.org/drawingml/2006/main">
              <a:ext uri="{FF2B5EF4-FFF2-40B4-BE49-F238E27FC236}">
                <a16:creationId xmlns:a16="http://schemas.microsoft.com/office/drawing/2014/main" id="{15F2F056-314F-4F54-9F02-B1552FFF5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15100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7C7C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C7C7C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3483740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B5CBF9-3A8D-4C3F-9D7E-DA4D6C7B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6A9683-8A0B-496A-AD01-62489BDB4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03AD05-162F-4D14-9BF3-FD387959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B06A77-BE3C-4889-B286-9C1B001C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7F71A3-F2AA-4636-9F8C-39786A16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4CA9EE-985A-4F89-AF9C-426BEF1B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D2A97D-D61F-4C3A-8E39-D3783A48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24A23C-F7A1-4E92-864A-841E5EC7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4C2B9C-56F2-4DC9-93CC-4BFF7497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643E11-898A-441C-9B3C-AF1A81AF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D57C7E-E5EB-4497-A085-6252195DA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5614F9-B3CE-4B7F-B89F-0A07CD209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B10848-9007-4D9D-82C2-DBD6C421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CD388-25C7-42D4-9782-DB414FB9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731E62-5218-44F0-AD74-591DADA9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6F5342-B5E5-4059-BC28-3B9283C98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0A44E2-28DB-41FE-B7FD-C0F95DAE1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6287BC-0800-4AF2-9DCD-030A5181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7A9C91-F221-4D8F-B2BA-2F7D9CB9B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AF46C6-97BF-454F-96B6-B8AB38B3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569044-B3E6-42DE-914D-E0BFBCBB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3C560D-5B61-4A6F-A191-BA94E76B8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C6DB01-C1A4-40A1-8F47-B56084ED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D125CD-87EC-41AD-9E6B-941C0C85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8B2570-C5F6-47A6-8165-4D51B7E1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96DCFD-A459-480F-A7B3-1FB998020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A3DEDB-0416-4A7F-B7E1-2C4547BD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287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65B750-18B6-43A4-B2E8-ACA4CF370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ADCC10-464D-4160-B31D-A114A8D6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288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4DD32A3-9803-40C6-80B4-C376D065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289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16B69C2-1649-4EAB-9F3D-A8EC723B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289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7E0F33-2BC9-4519-8F81-F8846359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CBD060-74B4-4851-A5E7-1A7A3F39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290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A7BDDD-E670-4499-A708-B8E9F72B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291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3350AD7-9612-47B6-A673-A9B08DD67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291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F5B5538-EDAA-4BA7-8AEE-A1504ECD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D17097-EBF6-4567-B8B8-CA073B9A8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292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E10F7D7-1B22-49DC-9613-0C6EDE3A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293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5899AD6-03FE-4007-AE5B-889CADEB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293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C73729-225A-454E-B074-5F52ABA4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7E08761-09F5-46A1-A0CC-EE33E18A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04950"/>
            <a:ext cx="12192000" cy="535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D698E29-4BB6-467B-BB5D-647BBC2C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43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CONTENT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1E65542-AD35-403C-82F8-CA2236BF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66950"/>
            <a:ext cx="895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E6EE633-DABD-4C36-A982-E50956F1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Requirements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12EB254-2353-44CE-AAE5-2ED7AEB71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7A7A7A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A7A7A"/>
                </a:solidFill>
                <a:latin typeface="Aptos"/>
                <a:ea typeface="Aptos"/>
                <a:cs typeface="Aptos"/>
              </a:rPr>
              <a:t>Direct mapping to rubric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0CD9D14-D659-4FD6-B5D4-4477C9DF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266950"/>
            <a:ext cx="895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DF47240-61E9-4ABB-85FF-BDDE5456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7813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4D08798-50C2-460A-9157-2B568C3B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0480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7A7A7A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A7A7A"/>
                </a:solidFill>
                <a:latin typeface="Aptos"/>
                <a:ea typeface="Aptos"/>
                <a:cs typeface="Aptos"/>
              </a:rPr>
              <a:t>Protocol and coordinator layers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7241269-94AC-437C-93E6-5CB3174E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266950"/>
            <a:ext cx="895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19080EE-B58A-4538-9A75-1F7729CD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7813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Execution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8F8D922-C127-46D4-AC01-FA79A39E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7A7A7A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A7A7A"/>
                </a:solidFill>
                <a:latin typeface="Aptos"/>
                <a:ea typeface="Aptos"/>
                <a:cs typeface="Aptos"/>
              </a:rPr>
              <a:t>Authorization, batching, storage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A94D09E-7207-47E8-806B-10C1A83B6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66950"/>
            <a:ext cx="895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A88A362-EEAD-49CC-AC67-7A783C29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813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F9BBD2B-F4A3-4C4B-AD95-0BAE75E9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480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7A7A7A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A7A7A"/>
                </a:solidFill>
                <a:latin typeface="Aptos"/>
                <a:ea typeface="Aptos"/>
                <a:cs typeface="Aptos"/>
              </a:rPr>
              <a:t>Tests, gas and metrics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D61C588-7497-4DC1-B54B-4652C4EA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66950"/>
            <a:ext cx="895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274BB61-5439-43C3-9DB0-46581A4F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7813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Demo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F7331E5-64C4-43F2-963E-FDE59039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480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7A7A7A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A7A7A"/>
                </a:solidFill>
                <a:latin typeface="Aptos"/>
                <a:ea typeface="Aptos"/>
                <a:cs typeface="Aptos"/>
              </a:rPr>
              <a:t>Walkthrough and video slot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5EAB7D5-7374-435B-A499-FF3F534C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67200"/>
            <a:ext cx="97917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1367FBF-B883-4123-91AB-2314A476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148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RUBRIC COVERAGE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8B800F4-E4E8-4D86-93C6-18BC729D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457700"/>
            <a:ext cx="695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Agent layer, intent interface, batching, async coordinator, and performance dashboard are all represented in the implementation and demo narrative.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C37EE7D-59FD-42B7-9F6A-2181688D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6134100"/>
            <a:ext cx="4191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6C0AE0F-4590-4BDA-8F60-F4A84FEB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5962650"/>
            <a:ext cx="76200" cy="295275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6A52BFF-D674-4334-8120-688C73CE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5962650"/>
            <a:ext cx="76200" cy="295275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1FD277A-335D-4279-B838-C38278EE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981700"/>
            <a:ext cx="57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AAP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9867315-DF5B-40C5-81CE-12785CE9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681CEA2-27C8-41CA-BC7F-C20A5426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15100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6341357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DB8B8E-77F7-443F-98D2-3F43C0A9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7AFD07-24A4-438E-B73A-09C169A5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35CB99-A9B8-4FA9-BF6C-81D506DC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51A28C-3987-4503-B7F7-CE9914B3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E1DF83-F585-46FB-A731-FF3702AD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E80359-5A11-48DE-A595-28CD96FC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390E8-5C20-4717-B936-2C3735E9C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B59758-722F-4B16-AEEA-D4B391247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2FB75C-622F-4E2B-9440-F8A88971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8C87B3-4AD4-4B93-A5DA-8926BB442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9E1F14-414D-4E7D-B4AC-BE30302BD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30F8B2-39EC-4B64-BEB8-9392F93AF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66EA3D-F2C6-47CE-B079-0825C4E0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7D58F3-166F-4DA9-B906-839424BF1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285585-A580-4A77-8D90-0D0F9D58F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9F6FBE-BC5D-4899-8EA8-B290BFAA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46A50E-5267-40A5-B0D2-C5A3B7A1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0793EC-6EC3-480A-8409-0831691F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D6AA85-4AD2-477B-89DF-FF8FAFFC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33EBDB-957E-4FBE-ABF6-5A566429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031147-97A1-40E0-A248-C4B1E223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76CD0B-D072-4D87-9184-FD6ACC30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882057-DC67-4919-858A-0630BA260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F79939-1E95-4E5E-9FF9-144E0761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8E7272-2C5A-4DFD-B838-3B4D0963C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287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A65A3C-3B9A-4166-8056-9C9E999D1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AEB76B-D014-40DA-8BFD-E39FD17BD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288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0498CB-1F45-4A21-BF76-1F188EE11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289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0F35F7-B307-46E8-B1B8-80B72DC6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289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D12310-510F-4BC6-936B-4FB3046FE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E7A7E2-DF3B-41DB-B677-A2AAD01F4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290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083E09-C867-4201-BBF5-B407A55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291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F044BB-61FE-4B7D-A7CE-6407C321A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291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EF417E-706B-47C7-8ABE-AD59A25A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E176B9-240C-4A2E-B567-FA28C4A8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292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1D3F7E-8508-4782-9888-CF5D12EAD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293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99F1BFE-B76B-49FA-818C-20C0FF293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293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07FAFAF-D3CD-4961-8E6D-8AD84940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D1165E-06C2-41A8-9251-DF9B9D37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38200"/>
            <a:ext cx="1000125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94059AA-CD81-44B0-A111-E4534AA1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47800"/>
            <a:ext cx="47625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EA7C67A-C175-466B-B231-469A17CF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314450"/>
            <a:ext cx="2000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598A6A7-6D18-4041-89D8-D0FC679E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62200"/>
            <a:ext cx="619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7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ARCHITECTURE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FC8785E-DB95-4FDB-A618-DD5F4CFE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695825"/>
            <a:ext cx="19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47F08BC-941E-4E4F-BD69-66A1D508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657725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D8D8D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D8D8D8"/>
                </a:solidFill>
                <a:latin typeface="Aptos"/>
                <a:ea typeface="Aptos"/>
                <a:cs typeface="Aptos"/>
              </a:rPr>
              <a:t>Current system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55E2916-5D61-4EF6-B562-26EA6EDB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695825"/>
            <a:ext cx="19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D6198BD-7888-45A1-B7AD-C9CCCF7F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657725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D8D8D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D8D8D8"/>
                </a:solidFill>
                <a:latin typeface="Aptos"/>
                <a:ea typeface="Aptos"/>
                <a:cs typeface="Aptos"/>
              </a:rPr>
              <a:t>Trust boundary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175C517-B661-4413-AA38-76D9E4A2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695825"/>
            <a:ext cx="19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848519E-AF8E-44C8-8823-B43E98FA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657725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D8D8D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D8D8D8"/>
                </a:solidFill>
                <a:latin typeface="Aptos"/>
                <a:ea typeface="Aptos"/>
                <a:cs typeface="Aptos"/>
              </a:rPr>
              <a:t>Protocol layers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3B3C081-E575-4DD6-BA5E-7192E1F82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2857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DFA38BC-D3CC-4265-BBA8-1857F075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2857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00526CE-F8A7-4985-B102-20224C50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857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61E105B-C9D1-498A-A0E5-CB45796D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857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99AD0B2-2D40-4587-BE64-949F2385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8323510-72D1-48BE-ACB1-727013EE8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57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0AAC882-9433-44F9-90CC-44A87C18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DB0EEED-D928-420B-8224-AB6F28DB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57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9282DAD-FCE2-4DD7-863E-AD6C3805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5A30667-0F32-48BF-A0BD-02A91EB7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857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645A04B-B9DC-49D9-A325-089FB0D6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57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CBDC699-5353-4EEF-AA0C-90A4D828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857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25CDA0C-D0F1-47E9-8C53-D3337473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1F70B03-B5D7-42DE-85D8-433BC01B5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57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0E9E69B-FA91-4496-BF3A-E8039281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857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435E039-9A5B-4E2E-A345-5B909E6DC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857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BCF12CF-B796-4F25-B660-3171926B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57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EA93C79-F90E-416D-9862-32DF92AF9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2857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3FFC186-359F-4819-B614-F26BD495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D45F9AE-ACE5-4DB5-8013-AA43C94A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57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9410B71-35FA-42CF-B89F-82986684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3714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C54EE52-520D-4AAC-B7BF-48443076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3714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73A4A73-D4A6-40DF-8E9F-0712E0BF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714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1E063ED-72FD-408E-9DFF-80D4E32C7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714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52F29BE-CE40-424B-8FE4-2DA16FCF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A0AEF64-F966-4A52-A3C8-CB98DCAF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714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F214EF2-2F2E-45C4-88B7-445AEC0A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D8D6B08-B584-4DC1-BBF4-9A0D3ADB3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714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7624CE5-6450-4778-A1AC-4198AFC3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DB23EA4-7949-4A37-835E-CF70EB34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714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5439C9E-395C-4902-9378-944B87D6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14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556D037-095C-45BE-BE9D-65A32C33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714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B8237D8-2E06-4D9F-8ED6-0B1E5682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14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9BC80BE-4206-4E28-BB32-06F831BE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14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7FAB47C-1CEE-4829-8F91-7FEF3391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714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05D4F3B-E5E6-468E-BAC9-4E62ED4A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714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1623792-878E-4231-95F5-1232A5AB3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714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B23C9BA-F886-4EBB-8867-340BBFB4E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3714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E6BAB9C-15B9-4E4D-A4D5-07AC5F6B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714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8E149A8-EFA7-4189-B3F8-C075620B0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714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6480F59-2D13-420D-9B04-C84DB2DF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572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6BD20B2-D563-46D8-B229-7015F567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4572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F8420B6-743F-4B88-BF6C-8D3C28B3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572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3A333A9-516E-4B99-813C-AEA2592FC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572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F043323-E1C8-4CBB-A407-A7AC2465B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E44DCC9-792D-4414-9E9D-DDBBA3A8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572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FBDCD96-9CC0-4476-B97A-31400DD3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F0C2C57-4977-4455-A643-C5C0AC96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572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5C8EEC8-A2A4-4E2C-AD3A-2380432C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72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AD28D1F9-2417-4E27-B731-3B18264A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572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A5BC4FD-DA46-42BE-B30B-6A5204E1E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72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4D4C1AE-3AC4-4614-A34F-CDBA35FF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72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989F870-4377-4E98-91FD-92052933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72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8F2837D9-EA66-43CC-8A0F-74F62484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572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6AD24804-5BA4-42C3-B284-EC1D6922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72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392750A-922D-4B66-9295-50BB8ADB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572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A30DEE5-9414-45F5-B28C-DED26729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572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43903E8E-2876-480F-A377-013F2BB9B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572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97AFAF05-BFE3-459A-84CE-C7A6EBE6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572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3F734A2A-709E-4113-80BC-5B91917F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572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240ED520-4A65-49DD-A9F8-8E112D99D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5429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B93823E8-2EAA-4E6E-BC7E-C32A75E5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5429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357CC70-6A96-46C6-9DEA-2737D016F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429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67336C62-D261-4CDD-9EF1-6ADE4980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429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0B1C2E80-9B18-40B0-8A3D-C07301A8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0963394E-E48E-459F-8C45-0145F7E4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29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24011EFC-09FB-4E25-95D7-FB2A9519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A2E91FE2-465E-48E6-82FE-FFCB56115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429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08BDF681-B13C-4007-939D-9F31942F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29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A0F2A168-9F8E-4908-AFAF-682C0974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5429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63C67541-FFAA-4F28-ACAA-9F868E4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29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36A84DB-0E9B-4FE4-9A2E-9B387D0A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429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813E041F-8A0E-4071-BEAC-A88CB51D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29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C903E51-61D6-4742-B677-E600DBBFE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429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3A72BA7C-DEBC-42EC-8075-EA92A2D4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429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E3DD433-AC68-428A-AF13-6B78B9EB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429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9760CBC2-7F2C-4841-B9A9-5FC5C4A50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429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BEDB743F-04B9-42AB-95B5-E82A6496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5429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BE59DA8F-230E-4D2B-B1DD-E7984D63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29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45738F74-2C51-49A9-9324-A7A164C2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5429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9FA57FF-7AE6-4E0B-9356-0F34407A5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286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DD74ED41-8369-4CED-B2B3-17180BFA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6286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56C921BB-B9D8-494D-9FAD-5E42ED18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6286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0986622C-E1F5-4F71-B4B0-C7F278163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6286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B499D068-D540-46CE-81C7-54EC6B3D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4DB89F1E-66EB-4559-892D-BD807587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6286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F7496A6B-4D3B-457F-818D-1DE12305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A70900A3-F063-427F-A076-217691AB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286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BA93F502-E0D3-4F08-BB5D-EAC1E88C2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286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A91DD09D-1B33-4DA6-9E87-89DAC8AD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6286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35C42156-3353-42BE-9088-CE166D29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286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F963EF0F-8A2F-4E52-A999-AF78490E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286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A2BB56E3-B543-40A2-A198-E63FE42A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6286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F97111EB-EA79-40BE-B6C6-D7717615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6286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6F71B099-92A3-4EF9-86DA-B37657F4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286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3E019890-F10D-4BC1-8CC6-060F798D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6286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BFA45119-EEA8-4257-A34E-86009C03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6286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DF86CEFD-E666-460A-973E-BF6BD30D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286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F7B02845-5AA8-4BF5-A397-2F12EF57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286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E305EE0A-2070-43A3-A505-37385E03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6286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85153FFB-637A-4700-88D1-D9912014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7143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8087E5EE-DEBB-4208-BEC8-2642A72D5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7143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3BF86695-C781-4BFB-AF2A-0076187E5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7143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5488C92C-9425-464F-8B29-6FDB6F10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7143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461AD51D-6B13-4005-BB3B-25FB4FF9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143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35ADD278-A17A-4589-A1E8-BB9886DF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7143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71E1EB39-4F55-4FDC-8409-74C715A8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BCF0686-06FB-40DC-907B-07867B84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7143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FC5A8C1D-3EDF-46BD-B52D-AF33DB89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2DAB7A25-084A-4317-A55E-21DD9758C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7143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83F59585-B4CF-4843-85C3-1C9B9A2B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143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37899CAC-AB89-4DF4-8AD8-B8C6CB44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7143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35544C29-2546-40C9-B8B4-D88998987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143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2223EC31-0723-4287-BDD7-106F94AC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7143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95667EFC-5826-4FC4-BF89-D7DC10C0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7143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561A2712-534D-4BD3-957D-3148F063F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7143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F9BFAF41-086D-443B-90EA-8124448F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7143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85B96A06-E86D-48A9-AD3D-304C62D65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143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28BFD70A-76A2-40AC-AF22-C0146118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43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50B8F3CC-1678-41D4-BED5-EDFBFA94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7143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C512B502-B906-42DC-8E73-10718727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8001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E245A995-4DED-4062-9DB1-5AE76C16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8001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F01D327E-D3E9-4461-8ED4-78B2077F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8001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665082CB-2DFD-45FD-A83F-F24F392C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8001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B52B7969-2C7A-4395-8BE3-E8AE9392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001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1637B20A-F9BF-490F-999A-43CF9729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8001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326848B7-3EEC-46B3-9D89-B8355DB2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1383225C-3E2D-4B63-8ACD-78C49080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8001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3602BB4C-A6D6-4B6E-92DE-B3927F12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001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91A880F4-144E-4E85-B931-2BDDE6E7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8001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02413F6C-395E-47AB-8B87-3B7DF2EFD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8001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57259BFD-37C2-441C-B888-3DC8C7E8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8001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310275F7-B41C-455A-9B66-DCD23D954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8001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D2549E17-ED04-472B-846B-B50C0A6D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8001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70075517-88E5-43BC-90BB-13243BEF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8001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B5F112EB-08A8-4EA6-B69F-AD0A832E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8001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BDE30BE4-4067-4A03-B89C-279E4EAA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8001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32A53A1E-6AD7-421F-A8A2-870A219DF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8001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638B351E-2E9E-4E76-B8B7-B5770942E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8001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4F819674-372B-4044-A86F-A932AF8C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8001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4A276FE4-7E4F-46A9-A1DA-1813F5D3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8858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0CB36219-B286-44C1-955F-6687C1BD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8858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A3CC3550-B797-4828-8B42-48A54512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8858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9B4F8307-BCBD-4099-8F25-E16057C7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8858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79055CB4-13C2-465A-A6E5-7D2C8971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858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6455510F-CA4A-4937-A029-FCB4D5E4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8858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7BAA44F2-6828-46F5-81D5-E4073951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67F906C5-60FA-4A59-98EC-CA31F185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8858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F04F7E5E-4044-49A9-8770-64C04F9F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858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39D1E152-171C-4954-8CC0-E95E638D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8858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9DB94645-4951-4CE7-9B4C-91D38B59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8858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2FEFAE3B-A370-4049-8F79-9C5B6E44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8858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568BC00C-7D60-4A1B-B1F6-C7175071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8858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210A1705-5D3E-42A3-96F2-B799C01B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8858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9D8097A5-B80F-466B-975B-DB8700B8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8858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937F802C-922B-4AF1-A605-6D91FB31B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8858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D93B2AB5-F85A-4BBE-9856-7277DC6D6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8858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1E715926-E28C-40C8-877F-0476B2A9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8858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BA5C62CC-EE39-48D0-B4B4-51CC1279C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8858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F024C1C0-F077-4F64-AD12-FFCAF7533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8858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1570E3D9-D203-4A46-8502-9C2B1AC56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9715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81023A73-8157-4963-8FC7-53F731CB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9715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C8E7CB58-7FBD-4C9F-B537-A66DAE0D4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9715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00C56874-7806-4D2D-A4F4-37452EBC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9715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729B6EAC-678E-4B68-9F23-C29FD5E26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87D75F4A-FB45-4B3A-9CB3-15161B0E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9715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41B11324-6145-4B87-94DB-BA5FEFB5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199705FB-0ADB-4B67-BF79-310EF2FC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9715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6A1AA641-23D3-42D1-BF5E-7103155D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715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A4D0E221-7544-4377-B040-8F5D29619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9715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152376BC-6CB1-4D43-B792-82013A352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9715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F0206ECD-E909-4EA8-89C4-2D254AA99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9715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B7937C2C-013C-4D9F-8C54-CEC46537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9715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C363B9CA-91EA-4037-BAC1-F7889FFE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9715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DF82A80C-2FFB-438C-BC05-82409B1B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9715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3A44D517-E98D-470A-A8A4-4D267D62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9715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1E8A19E9-5951-4076-8E45-F0B10698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9715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091E7A43-5419-4973-AB14-2AAF1E381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9715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4EB0EEB3-3388-4EE2-B376-4E232F8C2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9715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0181EDD9-4A8D-40D6-8408-849C0B54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9715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E85CA5DC-0BE6-42D6-A857-1409E9EAE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0572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1889E541-2523-44F1-B93A-5D655B9C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0572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D12D2DC9-6725-4B75-AE69-C5B71153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0572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D49F3F5C-A224-40DA-BF4E-296A87D0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0572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83BD829E-85E8-413C-9628-66DBA696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572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D34253C5-35A1-4BA3-A781-3C61B5A42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0572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D21DF44D-2239-4473-90E3-532427E5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572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396ADF84-ED24-42C6-9137-55147B88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0572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33E31F0E-3B4F-4AE7-A3A3-7B1BA5AA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0572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DB8E8D5F-8EF6-4B30-98C6-70F31D63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0572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C9D72085-2F9C-4695-92C2-68CBE8BD7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0572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3F825DAA-4D9C-48A5-A695-63F62D54F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0572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6900FDF2-C235-4B6E-AB73-C98006D7B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0572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20C41328-BE0C-431D-8851-74676EA7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0572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2CB1A130-CB72-43D4-9502-F8623B50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0572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94369C68-46D2-44C9-BA82-D9AC9B5E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0572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550BEBFB-1DCF-4FD4-ABA4-74F79B6F4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0572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B841B95D-6C3F-487A-9BF9-B7F8F018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0572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37E764B3-7836-4DEF-90C9-55CF56C1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0572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C81EC054-AB48-4CA1-BEB1-09067343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0572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A13ED66C-B63B-4D26-95D3-4BCE11385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1430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D9C999B0-7E34-4568-BA33-12515A647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1430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D81D6490-D300-4230-9297-2B24D4A1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1430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854F27DE-3E4A-46B2-B38D-9F30FC60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1430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CA5E25E4-356C-4AEB-9098-6D0B59A1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741E34B6-92B9-4EB9-976E-CD0722DB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430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6B5F9BAB-71DD-441E-9BB0-DB307CB0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A32B0FD3-0A9D-4FDD-9AF7-9E970249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1430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0CA2A27B-000B-4896-87EF-8410063C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1430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F87CFE1E-B4E3-43FE-BD52-253C883D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1430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86F52E2A-6FAD-43E1-AD39-140FF0CE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1430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8A66543B-90BD-4C28-9173-3D7D231BE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1430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0D0A300B-9BBE-4801-A282-B78B78C8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1430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8BB0F02B-DB51-43EB-A796-FB021334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1430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32123920-06FD-4C7E-96DA-866E4C0D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1430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FC4DE203-9F37-42F2-BEC2-2FF32D30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1430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2ACD4217-0C06-4E38-9BD4-221752B8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1430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863050A4-F402-4099-B389-7B455A56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1430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938831F3-1035-4C39-AA5E-946B5EEB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1430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21509CBA-95EC-4F08-9D57-C2AC43C5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1430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813959E9-A9D5-417F-B91A-0AA18FE1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2287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5D995C40-AD3C-4A93-8023-68F50E68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2287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2C9FF9E8-F7DA-4261-88DE-CC0DF459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287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1F80CAEE-C729-4578-87F0-48719C22B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2287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1FE343D5-A751-41F5-BCDB-A3853CE5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287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66E82EE0-1609-4BD6-859A-40AF8155C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2287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BCE70ED0-2D72-4D83-B531-234E5A9B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87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91E9A2C4-8DC7-4F11-BDDD-945D0A17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2287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7B77C3E4-1A90-468D-8667-82B39102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287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60F9ACDC-238F-4EF2-B603-CA519A49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2287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D8006F60-0F79-4917-BA51-9E5084A9E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2287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FC9BA968-6C17-4A94-81D5-B0FEEC3F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2287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C2FBCEEF-AD08-439E-B7BD-2D653AEF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2287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D0B7F4FD-4BC1-4F94-9900-B1C7EC35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2287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A23195C6-259D-4865-8ECB-E29966BAC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2287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6B38E1DC-F485-400C-9AF2-7B88D64A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2287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88154F97-CA53-464F-B969-2EB4A85B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2287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C665892B-D3B9-40EE-9B66-54310E77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2287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3833FF35-4A5A-41E8-AEA5-2BBE2EED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2287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0399A528-8CD7-48D2-A887-9C1393C70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2287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85350D75-B6A1-496C-8148-6269EAD0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3144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40ED73C0-9AF9-4374-89C1-3F6372E5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3144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2ABA43D3-0C7C-45EF-B6F9-8C74C9A3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144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7F62E448-F4C7-4BE2-BFFE-62E40796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3144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D193B6DB-02E8-44EA-89BD-01138AE1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3332559C-0112-476F-908B-A9E17134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3144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CFBE7257-8EB0-4B78-9A87-5D877D24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08D4764C-AB83-47A1-B438-796F49EE1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3144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03181867-E5C9-471F-A5D2-602D801F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144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6E1AF984-CB8F-4D92-ADF7-D22E99D9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144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DC535983-6C42-465D-9862-AEF99979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3144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6A6A55F1-9744-41C7-A4DF-D30A3E687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3144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F89ED6FA-FA93-4E32-90CE-22D11ED7E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3144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3DD5155E-B61B-4574-B87C-5A51CB6B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3144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310983B1-CC06-4CDF-BC28-51F28FBC6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3144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5D840411-102B-49E4-A8B2-0CAC5AD3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3144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F5580E86-D074-49C2-A210-94AA8975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3144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381EF52B-E5F4-427A-8241-334E5504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3144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D7E92626-6164-4301-81A4-4AD11257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3144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66338100-C70D-40FE-80ED-751F8DDF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3144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1D3EE512-113F-4BC9-8E6A-54E0C390B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4001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5008EA9C-F2F1-45C7-8A26-EA15A74B1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4001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F466AF1D-1C46-4CAA-ACAD-1BAB7AD0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001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FEBD8DB3-C28A-4481-BE17-72A1DD06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4001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3" name="">
            <a:extLst xmlns:a="http://schemas.openxmlformats.org/drawingml/2006/main">
              <a:ext uri="{FF2B5EF4-FFF2-40B4-BE49-F238E27FC236}">
                <a16:creationId xmlns:a16="http://schemas.microsoft.com/office/drawing/2014/main" id="{E5C6DE06-2749-4FD6-A28D-5DDD3BBF7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01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4" name="">
            <a:extLst xmlns:a="http://schemas.openxmlformats.org/drawingml/2006/main">
              <a:ext uri="{FF2B5EF4-FFF2-40B4-BE49-F238E27FC236}">
                <a16:creationId xmlns:a16="http://schemas.microsoft.com/office/drawing/2014/main" id="{3235FF3F-1F2B-491A-9CDA-1734F6D7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4001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5" name="">
            <a:extLst xmlns:a="http://schemas.openxmlformats.org/drawingml/2006/main">
              <a:ext uri="{FF2B5EF4-FFF2-40B4-BE49-F238E27FC236}">
                <a16:creationId xmlns:a16="http://schemas.microsoft.com/office/drawing/2014/main" id="{E956B8ED-D891-4E4F-AE8A-89303B752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01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6" name="">
            <a:extLst xmlns:a="http://schemas.openxmlformats.org/drawingml/2006/main">
              <a:ext uri="{FF2B5EF4-FFF2-40B4-BE49-F238E27FC236}">
                <a16:creationId xmlns:a16="http://schemas.microsoft.com/office/drawing/2014/main" id="{C3F0C65C-95AC-4522-9E9E-7881A3A6B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4001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7" name="">
            <a:extLst xmlns:a="http://schemas.openxmlformats.org/drawingml/2006/main">
              <a:ext uri="{FF2B5EF4-FFF2-40B4-BE49-F238E27FC236}">
                <a16:creationId xmlns:a16="http://schemas.microsoft.com/office/drawing/2014/main" id="{36C7F838-203F-401D-86CC-20A0322F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001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8" name="">
            <a:extLst xmlns:a="http://schemas.openxmlformats.org/drawingml/2006/main">
              <a:ext uri="{FF2B5EF4-FFF2-40B4-BE49-F238E27FC236}">
                <a16:creationId xmlns:a16="http://schemas.microsoft.com/office/drawing/2014/main" id="{DA91B9CB-7225-452D-83A8-95110C6E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4001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9" name="">
            <a:extLst xmlns:a="http://schemas.openxmlformats.org/drawingml/2006/main">
              <a:ext uri="{FF2B5EF4-FFF2-40B4-BE49-F238E27FC236}">
                <a16:creationId xmlns:a16="http://schemas.microsoft.com/office/drawing/2014/main" id="{B50057B9-DF15-4872-AFF7-88587D3C4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001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0" name="">
            <a:extLst xmlns:a="http://schemas.openxmlformats.org/drawingml/2006/main">
              <a:ext uri="{FF2B5EF4-FFF2-40B4-BE49-F238E27FC236}">
                <a16:creationId xmlns:a16="http://schemas.microsoft.com/office/drawing/2014/main" id="{2C5FAC98-796C-4423-B593-26D13ADB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4001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1" name="">
            <a:extLst xmlns:a="http://schemas.openxmlformats.org/drawingml/2006/main">
              <a:ext uri="{FF2B5EF4-FFF2-40B4-BE49-F238E27FC236}">
                <a16:creationId xmlns:a16="http://schemas.microsoft.com/office/drawing/2014/main" id="{E9D68E22-31A5-414D-9E80-ACEE77A9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4001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2" name="">
            <a:extLst xmlns:a="http://schemas.openxmlformats.org/drawingml/2006/main">
              <a:ext uri="{FF2B5EF4-FFF2-40B4-BE49-F238E27FC236}">
                <a16:creationId xmlns:a16="http://schemas.microsoft.com/office/drawing/2014/main" id="{BE160382-E51B-4281-AA0B-2104A4A32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4001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3" name="">
            <a:extLst xmlns:a="http://schemas.openxmlformats.org/drawingml/2006/main">
              <a:ext uri="{FF2B5EF4-FFF2-40B4-BE49-F238E27FC236}">
                <a16:creationId xmlns:a16="http://schemas.microsoft.com/office/drawing/2014/main" id="{08FF9485-8F82-4A44-B783-00C1F8DD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4001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4" name="">
            <a:extLst xmlns:a="http://schemas.openxmlformats.org/drawingml/2006/main">
              <a:ext uri="{FF2B5EF4-FFF2-40B4-BE49-F238E27FC236}">
                <a16:creationId xmlns:a16="http://schemas.microsoft.com/office/drawing/2014/main" id="{FC631A29-E087-4AF6-B069-8C54987B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4001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5" name="">
            <a:extLst xmlns:a="http://schemas.openxmlformats.org/drawingml/2006/main">
              <a:ext uri="{FF2B5EF4-FFF2-40B4-BE49-F238E27FC236}">
                <a16:creationId xmlns:a16="http://schemas.microsoft.com/office/drawing/2014/main" id="{6BB71ABE-8380-497B-BC17-543DE61F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4001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6" name="">
            <a:extLst xmlns:a="http://schemas.openxmlformats.org/drawingml/2006/main">
              <a:ext uri="{FF2B5EF4-FFF2-40B4-BE49-F238E27FC236}">
                <a16:creationId xmlns:a16="http://schemas.microsoft.com/office/drawing/2014/main" id="{06615300-2473-4607-B321-0784B564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4001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7" name="">
            <a:extLst xmlns:a="http://schemas.openxmlformats.org/drawingml/2006/main">
              <a:ext uri="{FF2B5EF4-FFF2-40B4-BE49-F238E27FC236}">
                <a16:creationId xmlns:a16="http://schemas.microsoft.com/office/drawing/2014/main" id="{C7B25DBD-FD28-40C1-939A-1D234426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4001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8" name="">
            <a:extLst xmlns:a="http://schemas.openxmlformats.org/drawingml/2006/main">
              <a:ext uri="{FF2B5EF4-FFF2-40B4-BE49-F238E27FC236}">
                <a16:creationId xmlns:a16="http://schemas.microsoft.com/office/drawing/2014/main" id="{5990F5BC-60B1-4960-8A59-5047548B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4001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9" name="">
            <a:extLst xmlns:a="http://schemas.openxmlformats.org/drawingml/2006/main">
              <a:ext uri="{FF2B5EF4-FFF2-40B4-BE49-F238E27FC236}">
                <a16:creationId xmlns:a16="http://schemas.microsoft.com/office/drawing/2014/main" id="{06729FEC-7376-4D21-B1B9-880E4AE9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4859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0" name="">
            <a:extLst xmlns:a="http://schemas.openxmlformats.org/drawingml/2006/main">
              <a:ext uri="{FF2B5EF4-FFF2-40B4-BE49-F238E27FC236}">
                <a16:creationId xmlns:a16="http://schemas.microsoft.com/office/drawing/2014/main" id="{3634350C-9427-4565-B92F-8EFE0D42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4859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1" name="">
            <a:extLst xmlns:a="http://schemas.openxmlformats.org/drawingml/2006/main">
              <a:ext uri="{FF2B5EF4-FFF2-40B4-BE49-F238E27FC236}">
                <a16:creationId xmlns:a16="http://schemas.microsoft.com/office/drawing/2014/main" id="{D2287720-C7FD-4D17-B1AF-131CA744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859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0947F3B0-EA87-485B-963E-D8975145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4859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4748E1B5-891F-4A2B-84A2-FAE74F24D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859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4" name="">
            <a:extLst xmlns:a="http://schemas.openxmlformats.org/drawingml/2006/main">
              <a:ext uri="{FF2B5EF4-FFF2-40B4-BE49-F238E27FC236}">
                <a16:creationId xmlns:a16="http://schemas.microsoft.com/office/drawing/2014/main" id="{A75C5209-F536-44C4-B8B8-EF78E7BCF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4859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5" name="">
            <a:extLst xmlns:a="http://schemas.openxmlformats.org/drawingml/2006/main">
              <a:ext uri="{FF2B5EF4-FFF2-40B4-BE49-F238E27FC236}">
                <a16:creationId xmlns:a16="http://schemas.microsoft.com/office/drawing/2014/main" id="{928CE89A-B354-43E3-8867-558AAB66A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F3973484-B753-4452-9047-0D27FF91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4859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7" name="">
            <a:extLst xmlns:a="http://schemas.openxmlformats.org/drawingml/2006/main">
              <a:ext uri="{FF2B5EF4-FFF2-40B4-BE49-F238E27FC236}">
                <a16:creationId xmlns:a16="http://schemas.microsoft.com/office/drawing/2014/main" id="{14C8FC79-45CD-43A2-8121-96596E030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8" name="">
            <a:extLst xmlns:a="http://schemas.openxmlformats.org/drawingml/2006/main">
              <a:ext uri="{FF2B5EF4-FFF2-40B4-BE49-F238E27FC236}">
                <a16:creationId xmlns:a16="http://schemas.microsoft.com/office/drawing/2014/main" id="{9F0B8C2C-A885-4FBA-B65A-0F84AA01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4859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9" name="">
            <a:extLst xmlns:a="http://schemas.openxmlformats.org/drawingml/2006/main">
              <a:ext uri="{FF2B5EF4-FFF2-40B4-BE49-F238E27FC236}">
                <a16:creationId xmlns:a16="http://schemas.microsoft.com/office/drawing/2014/main" id="{8674198D-70AB-47FC-8824-898E8BA8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859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0" name="">
            <a:extLst xmlns:a="http://schemas.openxmlformats.org/drawingml/2006/main">
              <a:ext uri="{FF2B5EF4-FFF2-40B4-BE49-F238E27FC236}">
                <a16:creationId xmlns:a16="http://schemas.microsoft.com/office/drawing/2014/main" id="{259EB3F1-17C0-468B-A19D-A16ACEA05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4859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1" name="">
            <a:extLst xmlns:a="http://schemas.openxmlformats.org/drawingml/2006/main">
              <a:ext uri="{FF2B5EF4-FFF2-40B4-BE49-F238E27FC236}">
                <a16:creationId xmlns:a16="http://schemas.microsoft.com/office/drawing/2014/main" id="{A1B51291-05CD-4529-BAF2-8A3449CC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4859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42E0E630-BC39-4718-93F3-7AC69078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4859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3" name="">
            <a:extLst xmlns:a="http://schemas.openxmlformats.org/drawingml/2006/main">
              <a:ext uri="{FF2B5EF4-FFF2-40B4-BE49-F238E27FC236}">
                <a16:creationId xmlns:a16="http://schemas.microsoft.com/office/drawing/2014/main" id="{E87FB56D-3085-47C9-B16E-3A9D23D7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4859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22FB68ED-98B1-4E04-9804-99EEB85E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4859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DBAD0BE6-5EAE-43B9-942D-5FC4AA8F0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4859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6" name="">
            <a:extLst xmlns:a="http://schemas.openxmlformats.org/drawingml/2006/main">
              <a:ext uri="{FF2B5EF4-FFF2-40B4-BE49-F238E27FC236}">
                <a16:creationId xmlns:a16="http://schemas.microsoft.com/office/drawing/2014/main" id="{4978432D-5C5A-4B1E-895A-1489C7F59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4859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7" name="">
            <a:extLst xmlns:a="http://schemas.openxmlformats.org/drawingml/2006/main">
              <a:ext uri="{FF2B5EF4-FFF2-40B4-BE49-F238E27FC236}">
                <a16:creationId xmlns:a16="http://schemas.microsoft.com/office/drawing/2014/main" id="{F9233059-7692-497D-90D6-FD2202F0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4859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8" name="">
            <a:extLst xmlns:a="http://schemas.openxmlformats.org/drawingml/2006/main">
              <a:ext uri="{FF2B5EF4-FFF2-40B4-BE49-F238E27FC236}">
                <a16:creationId xmlns:a16="http://schemas.microsoft.com/office/drawing/2014/main" id="{024B987A-1B0E-4DE4-82F9-DC292639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4859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9" name="">
            <a:extLst xmlns:a="http://schemas.openxmlformats.org/drawingml/2006/main">
              <a:ext uri="{FF2B5EF4-FFF2-40B4-BE49-F238E27FC236}">
                <a16:creationId xmlns:a16="http://schemas.microsoft.com/office/drawing/2014/main" id="{55B9F468-35ED-4E2E-95AC-C588CBAC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5716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0" name="">
            <a:extLst xmlns:a="http://schemas.openxmlformats.org/drawingml/2006/main">
              <a:ext uri="{FF2B5EF4-FFF2-40B4-BE49-F238E27FC236}">
                <a16:creationId xmlns:a16="http://schemas.microsoft.com/office/drawing/2014/main" id="{5DD8FB43-8C02-479E-9D14-E05D019CB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5716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EA23A662-53B7-40CA-818C-4A0E39B9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5716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2" name="">
            <a:extLst xmlns:a="http://schemas.openxmlformats.org/drawingml/2006/main">
              <a:ext uri="{FF2B5EF4-FFF2-40B4-BE49-F238E27FC236}">
                <a16:creationId xmlns:a16="http://schemas.microsoft.com/office/drawing/2014/main" id="{95CA548D-5136-41EC-B456-DF5F89871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5716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3" name="">
            <a:extLst xmlns:a="http://schemas.openxmlformats.org/drawingml/2006/main">
              <a:ext uri="{FF2B5EF4-FFF2-40B4-BE49-F238E27FC236}">
                <a16:creationId xmlns:a16="http://schemas.microsoft.com/office/drawing/2014/main" id="{8E3609E1-D270-4645-A68C-7B223BCC6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716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4" name="">
            <a:extLst xmlns:a="http://schemas.openxmlformats.org/drawingml/2006/main">
              <a:ext uri="{FF2B5EF4-FFF2-40B4-BE49-F238E27FC236}">
                <a16:creationId xmlns:a16="http://schemas.microsoft.com/office/drawing/2014/main" id="{BF032499-DBD2-4CD7-8E92-6B73EAC5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716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5" name="">
            <a:extLst xmlns:a="http://schemas.openxmlformats.org/drawingml/2006/main">
              <a:ext uri="{FF2B5EF4-FFF2-40B4-BE49-F238E27FC236}">
                <a16:creationId xmlns:a16="http://schemas.microsoft.com/office/drawing/2014/main" id="{1DBE822D-B230-4A07-88A4-0A08643A3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6" name="">
            <a:extLst xmlns:a="http://schemas.openxmlformats.org/drawingml/2006/main">
              <a:ext uri="{FF2B5EF4-FFF2-40B4-BE49-F238E27FC236}">
                <a16:creationId xmlns:a16="http://schemas.microsoft.com/office/drawing/2014/main" id="{76275995-E0A1-4B6B-AB49-69F74EB2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5716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7" name="">
            <a:extLst xmlns:a="http://schemas.openxmlformats.org/drawingml/2006/main">
              <a:ext uri="{FF2B5EF4-FFF2-40B4-BE49-F238E27FC236}">
                <a16:creationId xmlns:a16="http://schemas.microsoft.com/office/drawing/2014/main" id="{B3BE8BDD-4641-4604-8E39-EB0F48CB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8" name="">
            <a:extLst xmlns:a="http://schemas.openxmlformats.org/drawingml/2006/main">
              <a:ext uri="{FF2B5EF4-FFF2-40B4-BE49-F238E27FC236}">
                <a16:creationId xmlns:a16="http://schemas.microsoft.com/office/drawing/2014/main" id="{8652BF52-DC77-41B4-8A44-30A3FF1E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5716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E86839FB-7B9E-4089-BFA7-EF9B070A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5716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0" name="">
            <a:extLst xmlns:a="http://schemas.openxmlformats.org/drawingml/2006/main">
              <a:ext uri="{FF2B5EF4-FFF2-40B4-BE49-F238E27FC236}">
                <a16:creationId xmlns:a16="http://schemas.microsoft.com/office/drawing/2014/main" id="{37057C7A-918F-4063-9732-1D2E9A37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5716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1" name="">
            <a:extLst xmlns:a="http://schemas.openxmlformats.org/drawingml/2006/main">
              <a:ext uri="{FF2B5EF4-FFF2-40B4-BE49-F238E27FC236}">
                <a16:creationId xmlns:a16="http://schemas.microsoft.com/office/drawing/2014/main" id="{E0876980-5DED-44B2-B0A9-7D449A38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716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2" name="">
            <a:extLst xmlns:a="http://schemas.openxmlformats.org/drawingml/2006/main">
              <a:ext uri="{FF2B5EF4-FFF2-40B4-BE49-F238E27FC236}">
                <a16:creationId xmlns:a16="http://schemas.microsoft.com/office/drawing/2014/main" id="{DA5EBF3C-9DCE-4FB3-8024-45A2FA06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5716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3" name="">
            <a:extLst xmlns:a="http://schemas.openxmlformats.org/drawingml/2006/main">
              <a:ext uri="{FF2B5EF4-FFF2-40B4-BE49-F238E27FC236}">
                <a16:creationId xmlns:a16="http://schemas.microsoft.com/office/drawing/2014/main" id="{9110B707-75D9-44B0-B1B6-C0689D6E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5716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4" name="">
            <a:extLst xmlns:a="http://schemas.openxmlformats.org/drawingml/2006/main">
              <a:ext uri="{FF2B5EF4-FFF2-40B4-BE49-F238E27FC236}">
                <a16:creationId xmlns:a16="http://schemas.microsoft.com/office/drawing/2014/main" id="{68FAA865-BC73-4264-90C6-012409C45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5716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5" name="">
            <a:extLst xmlns:a="http://schemas.openxmlformats.org/drawingml/2006/main">
              <a:ext uri="{FF2B5EF4-FFF2-40B4-BE49-F238E27FC236}">
                <a16:creationId xmlns:a16="http://schemas.microsoft.com/office/drawing/2014/main" id="{F538801C-D973-42B7-A1CD-95576C11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5716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6" name="">
            <a:extLst xmlns:a="http://schemas.openxmlformats.org/drawingml/2006/main">
              <a:ext uri="{FF2B5EF4-FFF2-40B4-BE49-F238E27FC236}">
                <a16:creationId xmlns:a16="http://schemas.microsoft.com/office/drawing/2014/main" id="{33019AA0-FD1C-4C74-AC4C-F9159975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5716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7" name="">
            <a:extLst xmlns:a="http://schemas.openxmlformats.org/drawingml/2006/main">
              <a:ext uri="{FF2B5EF4-FFF2-40B4-BE49-F238E27FC236}">
                <a16:creationId xmlns:a16="http://schemas.microsoft.com/office/drawing/2014/main" id="{73E1DE2B-14F6-4BA3-ADD8-179FE8F8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5716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8" name="">
            <a:extLst xmlns:a="http://schemas.openxmlformats.org/drawingml/2006/main">
              <a:ext uri="{FF2B5EF4-FFF2-40B4-BE49-F238E27FC236}">
                <a16:creationId xmlns:a16="http://schemas.microsoft.com/office/drawing/2014/main" id="{FC623155-2222-4E62-9EE8-DAE89A5D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5716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9" name="">
            <a:extLst xmlns:a="http://schemas.openxmlformats.org/drawingml/2006/main">
              <a:ext uri="{FF2B5EF4-FFF2-40B4-BE49-F238E27FC236}">
                <a16:creationId xmlns:a16="http://schemas.microsoft.com/office/drawing/2014/main" id="{1BCA0E94-E885-438C-AA84-CF9466CA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6573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0" name="">
            <a:extLst xmlns:a="http://schemas.openxmlformats.org/drawingml/2006/main">
              <a:ext uri="{FF2B5EF4-FFF2-40B4-BE49-F238E27FC236}">
                <a16:creationId xmlns:a16="http://schemas.microsoft.com/office/drawing/2014/main" id="{26EED6D3-62AA-4976-967A-5C0339DF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6573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1" name="">
            <a:extLst xmlns:a="http://schemas.openxmlformats.org/drawingml/2006/main">
              <a:ext uri="{FF2B5EF4-FFF2-40B4-BE49-F238E27FC236}">
                <a16:creationId xmlns:a16="http://schemas.microsoft.com/office/drawing/2014/main" id="{926CA7F5-A778-41ED-B482-28C2EB72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6573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2" name="">
            <a:extLst xmlns:a="http://schemas.openxmlformats.org/drawingml/2006/main">
              <a:ext uri="{FF2B5EF4-FFF2-40B4-BE49-F238E27FC236}">
                <a16:creationId xmlns:a16="http://schemas.microsoft.com/office/drawing/2014/main" id="{107B9470-ABFE-4C33-AC4A-B88121A2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6573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3" name="">
            <a:extLst xmlns:a="http://schemas.openxmlformats.org/drawingml/2006/main">
              <a:ext uri="{FF2B5EF4-FFF2-40B4-BE49-F238E27FC236}">
                <a16:creationId xmlns:a16="http://schemas.microsoft.com/office/drawing/2014/main" id="{E53F78E1-841C-42A2-AB89-84963D5E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4" name="">
            <a:extLst xmlns:a="http://schemas.openxmlformats.org/drawingml/2006/main">
              <a:ext uri="{FF2B5EF4-FFF2-40B4-BE49-F238E27FC236}">
                <a16:creationId xmlns:a16="http://schemas.microsoft.com/office/drawing/2014/main" id="{53C0962C-B68C-4599-99A3-7AEE2C36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6573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5" name="">
            <a:extLst xmlns:a="http://schemas.openxmlformats.org/drawingml/2006/main">
              <a:ext uri="{FF2B5EF4-FFF2-40B4-BE49-F238E27FC236}">
                <a16:creationId xmlns:a16="http://schemas.microsoft.com/office/drawing/2014/main" id="{FFD24B75-EEEF-422F-ABFC-089C8873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6" name="">
            <a:extLst xmlns:a="http://schemas.openxmlformats.org/drawingml/2006/main">
              <a:ext uri="{FF2B5EF4-FFF2-40B4-BE49-F238E27FC236}">
                <a16:creationId xmlns:a16="http://schemas.microsoft.com/office/drawing/2014/main" id="{C6469A7E-32B8-4E51-B1FF-8F13D674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6573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7" name="">
            <a:extLst xmlns:a="http://schemas.openxmlformats.org/drawingml/2006/main">
              <a:ext uri="{FF2B5EF4-FFF2-40B4-BE49-F238E27FC236}">
                <a16:creationId xmlns:a16="http://schemas.microsoft.com/office/drawing/2014/main" id="{5F0392D0-3D22-46F0-8557-7204CA32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573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8" name="">
            <a:extLst xmlns:a="http://schemas.openxmlformats.org/drawingml/2006/main">
              <a:ext uri="{FF2B5EF4-FFF2-40B4-BE49-F238E27FC236}">
                <a16:creationId xmlns:a16="http://schemas.microsoft.com/office/drawing/2014/main" id="{0A191BAD-5498-4514-BBB2-45A85A7C6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6573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9" name="">
            <a:extLst xmlns:a="http://schemas.openxmlformats.org/drawingml/2006/main">
              <a:ext uri="{FF2B5EF4-FFF2-40B4-BE49-F238E27FC236}">
                <a16:creationId xmlns:a16="http://schemas.microsoft.com/office/drawing/2014/main" id="{9E75F96F-F681-4C91-99C9-6CD4806C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0" name="">
            <a:extLst xmlns:a="http://schemas.openxmlformats.org/drawingml/2006/main">
              <a:ext uri="{FF2B5EF4-FFF2-40B4-BE49-F238E27FC236}">
                <a16:creationId xmlns:a16="http://schemas.microsoft.com/office/drawing/2014/main" id="{745FC622-BDD8-466F-AB2B-95CD4CAF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6573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1" name="">
            <a:extLst xmlns:a="http://schemas.openxmlformats.org/drawingml/2006/main">
              <a:ext uri="{FF2B5EF4-FFF2-40B4-BE49-F238E27FC236}">
                <a16:creationId xmlns:a16="http://schemas.microsoft.com/office/drawing/2014/main" id="{A2C59503-72B1-4247-96B3-D2B374E81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573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2" name="">
            <a:extLst xmlns:a="http://schemas.openxmlformats.org/drawingml/2006/main">
              <a:ext uri="{FF2B5EF4-FFF2-40B4-BE49-F238E27FC236}">
                <a16:creationId xmlns:a16="http://schemas.microsoft.com/office/drawing/2014/main" id="{C3638015-B112-42DC-9651-ECC14774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6573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3" name="">
            <a:extLst xmlns:a="http://schemas.openxmlformats.org/drawingml/2006/main">
              <a:ext uri="{FF2B5EF4-FFF2-40B4-BE49-F238E27FC236}">
                <a16:creationId xmlns:a16="http://schemas.microsoft.com/office/drawing/2014/main" id="{3A773CEB-28B0-4C3C-97F5-5C746467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573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4" name="">
            <a:extLst xmlns:a="http://schemas.openxmlformats.org/drawingml/2006/main">
              <a:ext uri="{FF2B5EF4-FFF2-40B4-BE49-F238E27FC236}">
                <a16:creationId xmlns:a16="http://schemas.microsoft.com/office/drawing/2014/main" id="{1C508830-EAA6-4BE7-8E59-FED08C09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6573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5" name="">
            <a:extLst xmlns:a="http://schemas.openxmlformats.org/drawingml/2006/main">
              <a:ext uri="{FF2B5EF4-FFF2-40B4-BE49-F238E27FC236}">
                <a16:creationId xmlns:a16="http://schemas.microsoft.com/office/drawing/2014/main" id="{093936F9-6467-4181-ADBE-1440FC45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6573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6" name="">
            <a:extLst xmlns:a="http://schemas.openxmlformats.org/drawingml/2006/main">
              <a:ext uri="{FF2B5EF4-FFF2-40B4-BE49-F238E27FC236}">
                <a16:creationId xmlns:a16="http://schemas.microsoft.com/office/drawing/2014/main" id="{CFD62AC3-3CEF-4CB9-A8A9-87E8CC9A4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6573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7" name="">
            <a:extLst xmlns:a="http://schemas.openxmlformats.org/drawingml/2006/main">
              <a:ext uri="{FF2B5EF4-FFF2-40B4-BE49-F238E27FC236}">
                <a16:creationId xmlns:a16="http://schemas.microsoft.com/office/drawing/2014/main" id="{9DA3C090-848A-433E-BD15-F6036552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6573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8" name="">
            <a:extLst xmlns:a="http://schemas.openxmlformats.org/drawingml/2006/main">
              <a:ext uri="{FF2B5EF4-FFF2-40B4-BE49-F238E27FC236}">
                <a16:creationId xmlns:a16="http://schemas.microsoft.com/office/drawing/2014/main" id="{C95EE5EA-8717-4085-B980-5D683A334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6573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9" name="">
            <a:extLst xmlns:a="http://schemas.openxmlformats.org/drawingml/2006/main">
              <a:ext uri="{FF2B5EF4-FFF2-40B4-BE49-F238E27FC236}">
                <a16:creationId xmlns:a16="http://schemas.microsoft.com/office/drawing/2014/main" id="{E1BDFF2D-5C40-4693-9C8B-CFF177E0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7430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0" name="">
            <a:extLst xmlns:a="http://schemas.openxmlformats.org/drawingml/2006/main">
              <a:ext uri="{FF2B5EF4-FFF2-40B4-BE49-F238E27FC236}">
                <a16:creationId xmlns:a16="http://schemas.microsoft.com/office/drawing/2014/main" id="{5EC2B61A-4FE2-46A4-9AAC-4485A82C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7430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1" name="">
            <a:extLst xmlns:a="http://schemas.openxmlformats.org/drawingml/2006/main">
              <a:ext uri="{FF2B5EF4-FFF2-40B4-BE49-F238E27FC236}">
                <a16:creationId xmlns:a16="http://schemas.microsoft.com/office/drawing/2014/main" id="{35E02F3C-4582-4824-ABC7-9CAADECB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7430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2" name="">
            <a:extLst xmlns:a="http://schemas.openxmlformats.org/drawingml/2006/main">
              <a:ext uri="{FF2B5EF4-FFF2-40B4-BE49-F238E27FC236}">
                <a16:creationId xmlns:a16="http://schemas.microsoft.com/office/drawing/2014/main" id="{DB8D9DE6-353C-4E18-9E2E-21113DD2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7430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3" name="">
            <a:extLst xmlns:a="http://schemas.openxmlformats.org/drawingml/2006/main">
              <a:ext uri="{FF2B5EF4-FFF2-40B4-BE49-F238E27FC236}">
                <a16:creationId xmlns:a16="http://schemas.microsoft.com/office/drawing/2014/main" id="{3001FEFA-9373-4CA6-A9D5-823CA36A1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4" name="">
            <a:extLst xmlns:a="http://schemas.openxmlformats.org/drawingml/2006/main">
              <a:ext uri="{FF2B5EF4-FFF2-40B4-BE49-F238E27FC236}">
                <a16:creationId xmlns:a16="http://schemas.microsoft.com/office/drawing/2014/main" id="{6C23F25D-563F-4325-A58A-34DD0FD9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7430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5" name="">
            <a:extLst xmlns:a="http://schemas.openxmlformats.org/drawingml/2006/main">
              <a:ext uri="{FF2B5EF4-FFF2-40B4-BE49-F238E27FC236}">
                <a16:creationId xmlns:a16="http://schemas.microsoft.com/office/drawing/2014/main" id="{0C355395-7013-4661-9EE7-BFE26C202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430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6" name="">
            <a:extLst xmlns:a="http://schemas.openxmlformats.org/drawingml/2006/main">
              <a:ext uri="{FF2B5EF4-FFF2-40B4-BE49-F238E27FC236}">
                <a16:creationId xmlns:a16="http://schemas.microsoft.com/office/drawing/2014/main" id="{2DFE15F0-0328-4121-BB1C-13AE91808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7430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7" name="">
            <a:extLst xmlns:a="http://schemas.openxmlformats.org/drawingml/2006/main">
              <a:ext uri="{FF2B5EF4-FFF2-40B4-BE49-F238E27FC236}">
                <a16:creationId xmlns:a16="http://schemas.microsoft.com/office/drawing/2014/main" id="{4363D86B-8ED3-42F7-808B-BA5B9A27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430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8" name="">
            <a:extLst xmlns:a="http://schemas.openxmlformats.org/drawingml/2006/main">
              <a:ext uri="{FF2B5EF4-FFF2-40B4-BE49-F238E27FC236}">
                <a16:creationId xmlns:a16="http://schemas.microsoft.com/office/drawing/2014/main" id="{A128D914-E9F9-44A3-934F-0C309C6C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430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9" name="">
            <a:extLst xmlns:a="http://schemas.openxmlformats.org/drawingml/2006/main">
              <a:ext uri="{FF2B5EF4-FFF2-40B4-BE49-F238E27FC236}">
                <a16:creationId xmlns:a16="http://schemas.microsoft.com/office/drawing/2014/main" id="{AD53B497-7FD9-4D28-9613-8D053EB6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430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0" name="">
            <a:extLst xmlns:a="http://schemas.openxmlformats.org/drawingml/2006/main">
              <a:ext uri="{FF2B5EF4-FFF2-40B4-BE49-F238E27FC236}">
                <a16:creationId xmlns:a16="http://schemas.microsoft.com/office/drawing/2014/main" id="{962636AE-7691-4BCE-A65D-78BF5C48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7430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1" name="">
            <a:extLst xmlns:a="http://schemas.openxmlformats.org/drawingml/2006/main">
              <a:ext uri="{FF2B5EF4-FFF2-40B4-BE49-F238E27FC236}">
                <a16:creationId xmlns:a16="http://schemas.microsoft.com/office/drawing/2014/main" id="{DB4EE575-570B-4739-95EB-9E446233C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7430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2" name="">
            <a:extLst xmlns:a="http://schemas.openxmlformats.org/drawingml/2006/main">
              <a:ext uri="{FF2B5EF4-FFF2-40B4-BE49-F238E27FC236}">
                <a16:creationId xmlns:a16="http://schemas.microsoft.com/office/drawing/2014/main" id="{F813D6A2-CE16-4FF5-A0DC-513665B1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7430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3" name="">
            <a:extLst xmlns:a="http://schemas.openxmlformats.org/drawingml/2006/main">
              <a:ext uri="{FF2B5EF4-FFF2-40B4-BE49-F238E27FC236}">
                <a16:creationId xmlns:a16="http://schemas.microsoft.com/office/drawing/2014/main" id="{E4EB26E7-00C3-494A-917A-9CC92CEA0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7430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4" name="">
            <a:extLst xmlns:a="http://schemas.openxmlformats.org/drawingml/2006/main">
              <a:ext uri="{FF2B5EF4-FFF2-40B4-BE49-F238E27FC236}">
                <a16:creationId xmlns:a16="http://schemas.microsoft.com/office/drawing/2014/main" id="{76CCBDAE-E400-4199-A91E-BBE8DAEE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7430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5" name="">
            <a:extLst xmlns:a="http://schemas.openxmlformats.org/drawingml/2006/main">
              <a:ext uri="{FF2B5EF4-FFF2-40B4-BE49-F238E27FC236}">
                <a16:creationId xmlns:a16="http://schemas.microsoft.com/office/drawing/2014/main" id="{F42A6C9A-9ACD-410B-9D04-EEE6F1C4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430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6" name="">
            <a:extLst xmlns:a="http://schemas.openxmlformats.org/drawingml/2006/main">
              <a:ext uri="{FF2B5EF4-FFF2-40B4-BE49-F238E27FC236}">
                <a16:creationId xmlns:a16="http://schemas.microsoft.com/office/drawing/2014/main" id="{EB485CB8-0FA1-4E4C-A060-A6C024CE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7430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7" name="">
            <a:extLst xmlns:a="http://schemas.openxmlformats.org/drawingml/2006/main">
              <a:ext uri="{FF2B5EF4-FFF2-40B4-BE49-F238E27FC236}">
                <a16:creationId xmlns:a16="http://schemas.microsoft.com/office/drawing/2014/main" id="{E78F0F6D-6B5E-4318-AEF0-1D50D2BF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7430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8" name="">
            <a:extLst xmlns:a="http://schemas.openxmlformats.org/drawingml/2006/main">
              <a:ext uri="{FF2B5EF4-FFF2-40B4-BE49-F238E27FC236}">
                <a16:creationId xmlns:a16="http://schemas.microsoft.com/office/drawing/2014/main" id="{BD6797D3-C41A-4B49-A99B-760C3177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7430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9" name="">
            <a:extLst xmlns:a="http://schemas.openxmlformats.org/drawingml/2006/main">
              <a:ext uri="{FF2B5EF4-FFF2-40B4-BE49-F238E27FC236}">
                <a16:creationId xmlns:a16="http://schemas.microsoft.com/office/drawing/2014/main" id="{A5CB0177-EACE-4404-A7D0-8FAC1CBD7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9530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0" name="">
            <a:extLst xmlns:a="http://schemas.openxmlformats.org/drawingml/2006/main">
              <a:ext uri="{FF2B5EF4-FFF2-40B4-BE49-F238E27FC236}">
                <a16:creationId xmlns:a16="http://schemas.microsoft.com/office/drawing/2014/main" id="{8DDBE3BB-6D4B-4097-9411-791045B2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9530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1" name="">
            <a:extLst xmlns:a="http://schemas.openxmlformats.org/drawingml/2006/main">
              <a:ext uri="{FF2B5EF4-FFF2-40B4-BE49-F238E27FC236}">
                <a16:creationId xmlns:a16="http://schemas.microsoft.com/office/drawing/2014/main" id="{DD956CAD-754D-4D90-838A-2F8E5D66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9530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2" name="">
            <a:extLst xmlns:a="http://schemas.openxmlformats.org/drawingml/2006/main">
              <a:ext uri="{FF2B5EF4-FFF2-40B4-BE49-F238E27FC236}">
                <a16:creationId xmlns:a16="http://schemas.microsoft.com/office/drawing/2014/main" id="{4FD2EAB0-3EBE-46D3-A397-8A5B17614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9530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3" name="">
            <a:extLst xmlns:a="http://schemas.openxmlformats.org/drawingml/2006/main">
              <a:ext uri="{FF2B5EF4-FFF2-40B4-BE49-F238E27FC236}">
                <a16:creationId xmlns:a16="http://schemas.microsoft.com/office/drawing/2014/main" id="{8D0B6AD2-1FA6-4A61-BC4F-A86032A2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9530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4" name="">
            <a:extLst xmlns:a="http://schemas.openxmlformats.org/drawingml/2006/main">
              <a:ext uri="{FF2B5EF4-FFF2-40B4-BE49-F238E27FC236}">
                <a16:creationId xmlns:a16="http://schemas.microsoft.com/office/drawing/2014/main" id="{46F59163-1896-4284-975E-D3605BB17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9530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5" name="">
            <a:extLst xmlns:a="http://schemas.openxmlformats.org/drawingml/2006/main">
              <a:ext uri="{FF2B5EF4-FFF2-40B4-BE49-F238E27FC236}">
                <a16:creationId xmlns:a16="http://schemas.microsoft.com/office/drawing/2014/main" id="{29B32C15-F69C-4A7B-A746-53CFE023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49530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6" name="">
            <a:extLst xmlns:a="http://schemas.openxmlformats.org/drawingml/2006/main">
              <a:ext uri="{FF2B5EF4-FFF2-40B4-BE49-F238E27FC236}">
                <a16:creationId xmlns:a16="http://schemas.microsoft.com/office/drawing/2014/main" id="{5F3D3A10-4115-4302-8AB0-01E79E93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9530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7" name="">
            <a:extLst xmlns:a="http://schemas.openxmlformats.org/drawingml/2006/main">
              <a:ext uri="{FF2B5EF4-FFF2-40B4-BE49-F238E27FC236}">
                <a16:creationId xmlns:a16="http://schemas.microsoft.com/office/drawing/2014/main" id="{D181052F-BEE3-44C2-9CBC-43E01436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9530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8" name="">
            <a:extLst xmlns:a="http://schemas.openxmlformats.org/drawingml/2006/main">
              <a:ext uri="{FF2B5EF4-FFF2-40B4-BE49-F238E27FC236}">
                <a16:creationId xmlns:a16="http://schemas.microsoft.com/office/drawing/2014/main" id="{90616836-078B-4861-968E-4AC15F44F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9530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9" name="">
            <a:extLst xmlns:a="http://schemas.openxmlformats.org/drawingml/2006/main">
              <a:ext uri="{FF2B5EF4-FFF2-40B4-BE49-F238E27FC236}">
                <a16:creationId xmlns:a16="http://schemas.microsoft.com/office/drawing/2014/main" id="{8C4C77A7-0C68-4D9B-87E9-520B204F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9530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0" name="">
            <a:extLst xmlns:a="http://schemas.openxmlformats.org/drawingml/2006/main">
              <a:ext uri="{FF2B5EF4-FFF2-40B4-BE49-F238E27FC236}">
                <a16:creationId xmlns:a16="http://schemas.microsoft.com/office/drawing/2014/main" id="{AC6AA901-5BCF-43B2-8858-1D870100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49530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1" name="">
            <a:extLst xmlns:a="http://schemas.openxmlformats.org/drawingml/2006/main">
              <a:ext uri="{FF2B5EF4-FFF2-40B4-BE49-F238E27FC236}">
                <a16:creationId xmlns:a16="http://schemas.microsoft.com/office/drawing/2014/main" id="{EDEB366F-F66B-4D7E-9B0E-DA458F9C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9530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2" name="">
            <a:extLst xmlns:a="http://schemas.openxmlformats.org/drawingml/2006/main">
              <a:ext uri="{FF2B5EF4-FFF2-40B4-BE49-F238E27FC236}">
                <a16:creationId xmlns:a16="http://schemas.microsoft.com/office/drawing/2014/main" id="{E1FBEB00-9856-4C82-894A-93CE3E4D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49530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3" name="">
            <a:extLst xmlns:a="http://schemas.openxmlformats.org/drawingml/2006/main">
              <a:ext uri="{FF2B5EF4-FFF2-40B4-BE49-F238E27FC236}">
                <a16:creationId xmlns:a16="http://schemas.microsoft.com/office/drawing/2014/main" id="{0D01B370-2C35-4ED4-986B-A3E306A8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9530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4" name="">
            <a:extLst xmlns:a="http://schemas.openxmlformats.org/drawingml/2006/main">
              <a:ext uri="{FF2B5EF4-FFF2-40B4-BE49-F238E27FC236}">
                <a16:creationId xmlns:a16="http://schemas.microsoft.com/office/drawing/2014/main" id="{36F3F507-2657-4DE0-9419-3645342B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49530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5" name="">
            <a:extLst xmlns:a="http://schemas.openxmlformats.org/drawingml/2006/main">
              <a:ext uri="{FF2B5EF4-FFF2-40B4-BE49-F238E27FC236}">
                <a16:creationId xmlns:a16="http://schemas.microsoft.com/office/drawing/2014/main" id="{F8F31875-AEBF-4EAF-9B9C-BD2C9CBC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9530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6" name="">
            <a:extLst xmlns:a="http://schemas.openxmlformats.org/drawingml/2006/main">
              <a:ext uri="{FF2B5EF4-FFF2-40B4-BE49-F238E27FC236}">
                <a16:creationId xmlns:a16="http://schemas.microsoft.com/office/drawing/2014/main" id="{7ADB3694-31D0-4368-ADCC-3226FB50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49530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7" name="">
            <a:extLst xmlns:a="http://schemas.openxmlformats.org/drawingml/2006/main">
              <a:ext uri="{FF2B5EF4-FFF2-40B4-BE49-F238E27FC236}">
                <a16:creationId xmlns:a16="http://schemas.microsoft.com/office/drawing/2014/main" id="{431DADC5-BA8D-4AD2-8BE3-D0972D5C7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9530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8" name="">
            <a:extLst xmlns:a="http://schemas.openxmlformats.org/drawingml/2006/main">
              <a:ext uri="{FF2B5EF4-FFF2-40B4-BE49-F238E27FC236}">
                <a16:creationId xmlns:a16="http://schemas.microsoft.com/office/drawing/2014/main" id="{5544F0D5-26F7-4C76-85D7-35C202169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49530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9" name="">
            <a:extLst xmlns:a="http://schemas.openxmlformats.org/drawingml/2006/main">
              <a:ext uri="{FF2B5EF4-FFF2-40B4-BE49-F238E27FC236}">
                <a16:creationId xmlns:a16="http://schemas.microsoft.com/office/drawing/2014/main" id="{C281BE3F-021E-463F-BCEC-6E8440D0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49530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0" name="">
            <a:extLst xmlns:a="http://schemas.openxmlformats.org/drawingml/2006/main">
              <a:ext uri="{FF2B5EF4-FFF2-40B4-BE49-F238E27FC236}">
                <a16:creationId xmlns:a16="http://schemas.microsoft.com/office/drawing/2014/main" id="{DE4B1EE1-2B5E-4E7D-932F-B353570CC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9530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1" name="">
            <a:extLst xmlns:a="http://schemas.openxmlformats.org/drawingml/2006/main">
              <a:ext uri="{FF2B5EF4-FFF2-40B4-BE49-F238E27FC236}">
                <a16:creationId xmlns:a16="http://schemas.microsoft.com/office/drawing/2014/main" id="{59573A61-605E-47D4-8DAB-702A176B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49530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2" name="">
            <a:extLst xmlns:a="http://schemas.openxmlformats.org/drawingml/2006/main">
              <a:ext uri="{FF2B5EF4-FFF2-40B4-BE49-F238E27FC236}">
                <a16:creationId xmlns:a16="http://schemas.microsoft.com/office/drawing/2014/main" id="{8A0C4CBF-1E3A-4D0B-A5B2-F27C00BF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49530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3" name="">
            <a:extLst xmlns:a="http://schemas.openxmlformats.org/drawingml/2006/main">
              <a:ext uri="{FF2B5EF4-FFF2-40B4-BE49-F238E27FC236}">
                <a16:creationId xmlns:a16="http://schemas.microsoft.com/office/drawing/2014/main" id="{F29247A0-9A20-4A08-98BA-0CA57087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0387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4" name="">
            <a:extLst xmlns:a="http://schemas.openxmlformats.org/drawingml/2006/main">
              <a:ext uri="{FF2B5EF4-FFF2-40B4-BE49-F238E27FC236}">
                <a16:creationId xmlns:a16="http://schemas.microsoft.com/office/drawing/2014/main" id="{5C985753-E0F6-4006-9D37-5EEBAC7B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0387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5" name="">
            <a:extLst xmlns:a="http://schemas.openxmlformats.org/drawingml/2006/main">
              <a:ext uri="{FF2B5EF4-FFF2-40B4-BE49-F238E27FC236}">
                <a16:creationId xmlns:a16="http://schemas.microsoft.com/office/drawing/2014/main" id="{A905DBC9-34FC-4972-8C10-68BB14128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0387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6" name="">
            <a:extLst xmlns:a="http://schemas.openxmlformats.org/drawingml/2006/main">
              <a:ext uri="{FF2B5EF4-FFF2-40B4-BE49-F238E27FC236}">
                <a16:creationId xmlns:a16="http://schemas.microsoft.com/office/drawing/2014/main" id="{3771B691-D051-423B-A085-941702AC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0387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7" name="">
            <a:extLst xmlns:a="http://schemas.openxmlformats.org/drawingml/2006/main">
              <a:ext uri="{FF2B5EF4-FFF2-40B4-BE49-F238E27FC236}">
                <a16:creationId xmlns:a16="http://schemas.microsoft.com/office/drawing/2014/main" id="{2AA101E9-C3E5-4E42-BF1F-69119044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0387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8" name="">
            <a:extLst xmlns:a="http://schemas.openxmlformats.org/drawingml/2006/main">
              <a:ext uri="{FF2B5EF4-FFF2-40B4-BE49-F238E27FC236}">
                <a16:creationId xmlns:a16="http://schemas.microsoft.com/office/drawing/2014/main" id="{6F70BAA2-43EF-4567-99FF-6512EC425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0387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9" name="">
            <a:extLst xmlns:a="http://schemas.openxmlformats.org/drawingml/2006/main">
              <a:ext uri="{FF2B5EF4-FFF2-40B4-BE49-F238E27FC236}">
                <a16:creationId xmlns:a16="http://schemas.microsoft.com/office/drawing/2014/main" id="{27BDA8E3-4004-46CD-9C08-0C43B8D31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0387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0" name="">
            <a:extLst xmlns:a="http://schemas.openxmlformats.org/drawingml/2006/main">
              <a:ext uri="{FF2B5EF4-FFF2-40B4-BE49-F238E27FC236}">
                <a16:creationId xmlns:a16="http://schemas.microsoft.com/office/drawing/2014/main" id="{12622CFC-DB4C-4ACE-8A23-E17D4A12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0387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1" name="">
            <a:extLst xmlns:a="http://schemas.openxmlformats.org/drawingml/2006/main">
              <a:ext uri="{FF2B5EF4-FFF2-40B4-BE49-F238E27FC236}">
                <a16:creationId xmlns:a16="http://schemas.microsoft.com/office/drawing/2014/main" id="{0C02387D-131F-4953-AD89-AA79AC1A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0387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2" name="">
            <a:extLst xmlns:a="http://schemas.openxmlformats.org/drawingml/2006/main">
              <a:ext uri="{FF2B5EF4-FFF2-40B4-BE49-F238E27FC236}">
                <a16:creationId xmlns:a16="http://schemas.microsoft.com/office/drawing/2014/main" id="{6CA6140D-F441-43FF-AEEC-1ABB6EBE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0387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3" name="">
            <a:extLst xmlns:a="http://schemas.openxmlformats.org/drawingml/2006/main">
              <a:ext uri="{FF2B5EF4-FFF2-40B4-BE49-F238E27FC236}">
                <a16:creationId xmlns:a16="http://schemas.microsoft.com/office/drawing/2014/main" id="{8916CC5A-3655-479D-8737-4D9337BA5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0387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4" name="">
            <a:extLst xmlns:a="http://schemas.openxmlformats.org/drawingml/2006/main">
              <a:ext uri="{FF2B5EF4-FFF2-40B4-BE49-F238E27FC236}">
                <a16:creationId xmlns:a16="http://schemas.microsoft.com/office/drawing/2014/main" id="{1403F621-70B0-434C-BCDB-2121E349B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0387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5" name="">
            <a:extLst xmlns:a="http://schemas.openxmlformats.org/drawingml/2006/main">
              <a:ext uri="{FF2B5EF4-FFF2-40B4-BE49-F238E27FC236}">
                <a16:creationId xmlns:a16="http://schemas.microsoft.com/office/drawing/2014/main" id="{5953B82F-F1BD-4D9B-A6CF-2BF1282F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0387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6" name="">
            <a:extLst xmlns:a="http://schemas.openxmlformats.org/drawingml/2006/main">
              <a:ext uri="{FF2B5EF4-FFF2-40B4-BE49-F238E27FC236}">
                <a16:creationId xmlns:a16="http://schemas.microsoft.com/office/drawing/2014/main" id="{A299BB37-7B48-46B8-956A-0BF847D5A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0387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7" name="">
            <a:extLst xmlns:a="http://schemas.openxmlformats.org/drawingml/2006/main">
              <a:ext uri="{FF2B5EF4-FFF2-40B4-BE49-F238E27FC236}">
                <a16:creationId xmlns:a16="http://schemas.microsoft.com/office/drawing/2014/main" id="{0D32D1AC-16CA-4980-B8DD-133B2A90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0387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8" name="">
            <a:extLst xmlns:a="http://schemas.openxmlformats.org/drawingml/2006/main">
              <a:ext uri="{FF2B5EF4-FFF2-40B4-BE49-F238E27FC236}">
                <a16:creationId xmlns:a16="http://schemas.microsoft.com/office/drawing/2014/main" id="{F81AE136-7266-4C0C-ABA0-2189B113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0387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9" name="">
            <a:extLst xmlns:a="http://schemas.openxmlformats.org/drawingml/2006/main">
              <a:ext uri="{FF2B5EF4-FFF2-40B4-BE49-F238E27FC236}">
                <a16:creationId xmlns:a16="http://schemas.microsoft.com/office/drawing/2014/main" id="{8E94511D-805B-4358-A0A5-4743DEA0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0387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0" name="">
            <a:extLst xmlns:a="http://schemas.openxmlformats.org/drawingml/2006/main">
              <a:ext uri="{FF2B5EF4-FFF2-40B4-BE49-F238E27FC236}">
                <a16:creationId xmlns:a16="http://schemas.microsoft.com/office/drawing/2014/main" id="{F78546C9-AD4B-4602-8D81-5399E062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0387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1" name="">
            <a:extLst xmlns:a="http://schemas.openxmlformats.org/drawingml/2006/main">
              <a:ext uri="{FF2B5EF4-FFF2-40B4-BE49-F238E27FC236}">
                <a16:creationId xmlns:a16="http://schemas.microsoft.com/office/drawing/2014/main" id="{A0D35609-F098-4621-87F0-21B9EEE5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0387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2" name="">
            <a:extLst xmlns:a="http://schemas.openxmlformats.org/drawingml/2006/main">
              <a:ext uri="{FF2B5EF4-FFF2-40B4-BE49-F238E27FC236}">
                <a16:creationId xmlns:a16="http://schemas.microsoft.com/office/drawing/2014/main" id="{96040B22-19D9-45E8-8D1E-80EDB04D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0387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3" name="">
            <a:extLst xmlns:a="http://schemas.openxmlformats.org/drawingml/2006/main">
              <a:ext uri="{FF2B5EF4-FFF2-40B4-BE49-F238E27FC236}">
                <a16:creationId xmlns:a16="http://schemas.microsoft.com/office/drawing/2014/main" id="{9C317300-A267-43EE-9A25-37DA1D4B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0387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4" name="">
            <a:extLst xmlns:a="http://schemas.openxmlformats.org/drawingml/2006/main">
              <a:ext uri="{FF2B5EF4-FFF2-40B4-BE49-F238E27FC236}">
                <a16:creationId xmlns:a16="http://schemas.microsoft.com/office/drawing/2014/main" id="{55B7BE2B-7EF4-4B54-A083-5ED3A8622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0387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5" name="">
            <a:extLst xmlns:a="http://schemas.openxmlformats.org/drawingml/2006/main">
              <a:ext uri="{FF2B5EF4-FFF2-40B4-BE49-F238E27FC236}">
                <a16:creationId xmlns:a16="http://schemas.microsoft.com/office/drawing/2014/main" id="{EE520E20-DE4E-4830-A8AF-4809886E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0387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6" name="">
            <a:extLst xmlns:a="http://schemas.openxmlformats.org/drawingml/2006/main">
              <a:ext uri="{FF2B5EF4-FFF2-40B4-BE49-F238E27FC236}">
                <a16:creationId xmlns:a16="http://schemas.microsoft.com/office/drawing/2014/main" id="{29D6AB20-2F94-4EFF-B10F-300C24CCC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0387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7" name="">
            <a:extLst xmlns:a="http://schemas.openxmlformats.org/drawingml/2006/main">
              <a:ext uri="{FF2B5EF4-FFF2-40B4-BE49-F238E27FC236}">
                <a16:creationId xmlns:a16="http://schemas.microsoft.com/office/drawing/2014/main" id="{E60B36FE-62A4-4FF6-A74F-150A8651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1244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8" name="">
            <a:extLst xmlns:a="http://schemas.openxmlformats.org/drawingml/2006/main">
              <a:ext uri="{FF2B5EF4-FFF2-40B4-BE49-F238E27FC236}">
                <a16:creationId xmlns:a16="http://schemas.microsoft.com/office/drawing/2014/main" id="{931C636C-AD31-42B9-BE07-8967A887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1244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9" name="">
            <a:extLst xmlns:a="http://schemas.openxmlformats.org/drawingml/2006/main">
              <a:ext uri="{FF2B5EF4-FFF2-40B4-BE49-F238E27FC236}">
                <a16:creationId xmlns:a16="http://schemas.microsoft.com/office/drawing/2014/main" id="{885B4E5B-76CD-41F6-AB99-28C7D470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1244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0" name="">
            <a:extLst xmlns:a="http://schemas.openxmlformats.org/drawingml/2006/main">
              <a:ext uri="{FF2B5EF4-FFF2-40B4-BE49-F238E27FC236}">
                <a16:creationId xmlns:a16="http://schemas.microsoft.com/office/drawing/2014/main" id="{E64F1727-AD14-49A7-B090-47E49A84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1244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1" name="">
            <a:extLst xmlns:a="http://schemas.openxmlformats.org/drawingml/2006/main">
              <a:ext uri="{FF2B5EF4-FFF2-40B4-BE49-F238E27FC236}">
                <a16:creationId xmlns:a16="http://schemas.microsoft.com/office/drawing/2014/main" id="{069A2CE2-5620-4133-8946-9B7C7E14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1244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2" name="">
            <a:extLst xmlns:a="http://schemas.openxmlformats.org/drawingml/2006/main">
              <a:ext uri="{FF2B5EF4-FFF2-40B4-BE49-F238E27FC236}">
                <a16:creationId xmlns:a16="http://schemas.microsoft.com/office/drawing/2014/main" id="{87019251-2A32-4911-867C-9A9F62A1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1244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3" name="">
            <a:extLst xmlns:a="http://schemas.openxmlformats.org/drawingml/2006/main">
              <a:ext uri="{FF2B5EF4-FFF2-40B4-BE49-F238E27FC236}">
                <a16:creationId xmlns:a16="http://schemas.microsoft.com/office/drawing/2014/main" id="{96E24262-0055-490A-A9F3-6DB4A0C6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1244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4" name="">
            <a:extLst xmlns:a="http://schemas.openxmlformats.org/drawingml/2006/main">
              <a:ext uri="{FF2B5EF4-FFF2-40B4-BE49-F238E27FC236}">
                <a16:creationId xmlns:a16="http://schemas.microsoft.com/office/drawing/2014/main" id="{A4D865B3-03E3-4CF4-8D1B-9CB4EA47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244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5" name="">
            <a:extLst xmlns:a="http://schemas.openxmlformats.org/drawingml/2006/main">
              <a:ext uri="{FF2B5EF4-FFF2-40B4-BE49-F238E27FC236}">
                <a16:creationId xmlns:a16="http://schemas.microsoft.com/office/drawing/2014/main" id="{4DAC9B9F-CEFD-46E2-8A4C-D3D900532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1244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6" name="">
            <a:extLst xmlns:a="http://schemas.openxmlformats.org/drawingml/2006/main">
              <a:ext uri="{FF2B5EF4-FFF2-40B4-BE49-F238E27FC236}">
                <a16:creationId xmlns:a16="http://schemas.microsoft.com/office/drawing/2014/main" id="{078AB408-AABF-4810-828E-352F9A91D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1244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7" name="">
            <a:extLst xmlns:a="http://schemas.openxmlformats.org/drawingml/2006/main">
              <a:ext uri="{FF2B5EF4-FFF2-40B4-BE49-F238E27FC236}">
                <a16:creationId xmlns:a16="http://schemas.microsoft.com/office/drawing/2014/main" id="{15A71A72-E5D9-4121-BD32-F2051E5E6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1244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8" name="">
            <a:extLst xmlns:a="http://schemas.openxmlformats.org/drawingml/2006/main">
              <a:ext uri="{FF2B5EF4-FFF2-40B4-BE49-F238E27FC236}">
                <a16:creationId xmlns:a16="http://schemas.microsoft.com/office/drawing/2014/main" id="{EEF5F61B-3C17-421D-9198-03B4C2CB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1244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9" name="">
            <a:extLst xmlns:a="http://schemas.openxmlformats.org/drawingml/2006/main">
              <a:ext uri="{FF2B5EF4-FFF2-40B4-BE49-F238E27FC236}">
                <a16:creationId xmlns:a16="http://schemas.microsoft.com/office/drawing/2014/main" id="{78CCB9DE-1AD1-485C-83A4-C446FAF2E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1244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0" name="">
            <a:extLst xmlns:a="http://schemas.openxmlformats.org/drawingml/2006/main">
              <a:ext uri="{FF2B5EF4-FFF2-40B4-BE49-F238E27FC236}">
                <a16:creationId xmlns:a16="http://schemas.microsoft.com/office/drawing/2014/main" id="{F6A63151-929A-4DB3-BF1A-B15372BF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1244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1" name="">
            <a:extLst xmlns:a="http://schemas.openxmlformats.org/drawingml/2006/main">
              <a:ext uri="{FF2B5EF4-FFF2-40B4-BE49-F238E27FC236}">
                <a16:creationId xmlns:a16="http://schemas.microsoft.com/office/drawing/2014/main" id="{2A16A15E-96A5-49D4-89B0-AC85CD15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1244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2" name="">
            <a:extLst xmlns:a="http://schemas.openxmlformats.org/drawingml/2006/main">
              <a:ext uri="{FF2B5EF4-FFF2-40B4-BE49-F238E27FC236}">
                <a16:creationId xmlns:a16="http://schemas.microsoft.com/office/drawing/2014/main" id="{A05D6045-1249-4437-9082-B70AE2B1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1244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3" name="">
            <a:extLst xmlns:a="http://schemas.openxmlformats.org/drawingml/2006/main">
              <a:ext uri="{FF2B5EF4-FFF2-40B4-BE49-F238E27FC236}">
                <a16:creationId xmlns:a16="http://schemas.microsoft.com/office/drawing/2014/main" id="{DF523F78-AD46-43F2-B75E-AC3FDB84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1244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4" name="">
            <a:extLst xmlns:a="http://schemas.openxmlformats.org/drawingml/2006/main">
              <a:ext uri="{FF2B5EF4-FFF2-40B4-BE49-F238E27FC236}">
                <a16:creationId xmlns:a16="http://schemas.microsoft.com/office/drawing/2014/main" id="{071CB595-464F-4186-A635-639DCC94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1244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5" name="">
            <a:extLst xmlns:a="http://schemas.openxmlformats.org/drawingml/2006/main">
              <a:ext uri="{FF2B5EF4-FFF2-40B4-BE49-F238E27FC236}">
                <a16:creationId xmlns:a16="http://schemas.microsoft.com/office/drawing/2014/main" id="{B521CE2D-E000-40EA-A105-6DAD15F3A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1244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6" name="">
            <a:extLst xmlns:a="http://schemas.openxmlformats.org/drawingml/2006/main">
              <a:ext uri="{FF2B5EF4-FFF2-40B4-BE49-F238E27FC236}">
                <a16:creationId xmlns:a16="http://schemas.microsoft.com/office/drawing/2014/main" id="{DB83AB15-E5FC-4174-AF46-3ACA3925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1244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7" name="">
            <a:extLst xmlns:a="http://schemas.openxmlformats.org/drawingml/2006/main">
              <a:ext uri="{FF2B5EF4-FFF2-40B4-BE49-F238E27FC236}">
                <a16:creationId xmlns:a16="http://schemas.microsoft.com/office/drawing/2014/main" id="{3761501E-6FFA-418F-9D41-EFA51935B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1244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8" name="">
            <a:extLst xmlns:a="http://schemas.openxmlformats.org/drawingml/2006/main">
              <a:ext uri="{FF2B5EF4-FFF2-40B4-BE49-F238E27FC236}">
                <a16:creationId xmlns:a16="http://schemas.microsoft.com/office/drawing/2014/main" id="{84B1B9A2-9A92-4D79-9506-B6432904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1244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9" name="">
            <a:extLst xmlns:a="http://schemas.openxmlformats.org/drawingml/2006/main">
              <a:ext uri="{FF2B5EF4-FFF2-40B4-BE49-F238E27FC236}">
                <a16:creationId xmlns:a16="http://schemas.microsoft.com/office/drawing/2014/main" id="{9C42C705-A35E-4DC8-A5E6-7188F58E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1244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0" name="">
            <a:extLst xmlns:a="http://schemas.openxmlformats.org/drawingml/2006/main">
              <a:ext uri="{FF2B5EF4-FFF2-40B4-BE49-F238E27FC236}">
                <a16:creationId xmlns:a16="http://schemas.microsoft.com/office/drawing/2014/main" id="{8009DFB3-5961-4BBE-B541-B85F3316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1244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1" name="">
            <a:extLst xmlns:a="http://schemas.openxmlformats.org/drawingml/2006/main">
              <a:ext uri="{FF2B5EF4-FFF2-40B4-BE49-F238E27FC236}">
                <a16:creationId xmlns:a16="http://schemas.microsoft.com/office/drawing/2014/main" id="{110660F4-3A0C-4076-87FF-C6170551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2101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2" name="">
            <a:extLst xmlns:a="http://schemas.openxmlformats.org/drawingml/2006/main">
              <a:ext uri="{FF2B5EF4-FFF2-40B4-BE49-F238E27FC236}">
                <a16:creationId xmlns:a16="http://schemas.microsoft.com/office/drawing/2014/main" id="{27DDD366-E73B-4242-A582-C8F48FED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2101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3" name="">
            <a:extLst xmlns:a="http://schemas.openxmlformats.org/drawingml/2006/main">
              <a:ext uri="{FF2B5EF4-FFF2-40B4-BE49-F238E27FC236}">
                <a16:creationId xmlns:a16="http://schemas.microsoft.com/office/drawing/2014/main" id="{66688956-B400-481F-9AE8-F57168A2B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01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4" name="">
            <a:extLst xmlns:a="http://schemas.openxmlformats.org/drawingml/2006/main">
              <a:ext uri="{FF2B5EF4-FFF2-40B4-BE49-F238E27FC236}">
                <a16:creationId xmlns:a16="http://schemas.microsoft.com/office/drawing/2014/main" id="{0A95C8FF-EF53-4C4C-975D-9FE84386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2101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5" name="">
            <a:extLst xmlns:a="http://schemas.openxmlformats.org/drawingml/2006/main">
              <a:ext uri="{FF2B5EF4-FFF2-40B4-BE49-F238E27FC236}">
                <a16:creationId xmlns:a16="http://schemas.microsoft.com/office/drawing/2014/main" id="{1E1A12DC-0F34-41F0-8EEC-D1631A6D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2101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6" name="">
            <a:extLst xmlns:a="http://schemas.openxmlformats.org/drawingml/2006/main">
              <a:ext uri="{FF2B5EF4-FFF2-40B4-BE49-F238E27FC236}">
                <a16:creationId xmlns:a16="http://schemas.microsoft.com/office/drawing/2014/main" id="{5D0E1708-8FCB-4295-9449-66774284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2101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7" name="">
            <a:extLst xmlns:a="http://schemas.openxmlformats.org/drawingml/2006/main">
              <a:ext uri="{FF2B5EF4-FFF2-40B4-BE49-F238E27FC236}">
                <a16:creationId xmlns:a16="http://schemas.microsoft.com/office/drawing/2014/main" id="{27E14DBE-5418-452E-9E3B-92B993B0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2101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8" name="">
            <a:extLst xmlns:a="http://schemas.openxmlformats.org/drawingml/2006/main">
              <a:ext uri="{FF2B5EF4-FFF2-40B4-BE49-F238E27FC236}">
                <a16:creationId xmlns:a16="http://schemas.microsoft.com/office/drawing/2014/main" id="{158ADC3B-6C6A-4FD4-8FCB-687700FAA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2101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9" name="">
            <a:extLst xmlns:a="http://schemas.openxmlformats.org/drawingml/2006/main">
              <a:ext uri="{FF2B5EF4-FFF2-40B4-BE49-F238E27FC236}">
                <a16:creationId xmlns:a16="http://schemas.microsoft.com/office/drawing/2014/main" id="{96F19B9F-3A66-4732-A929-6F17454C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2101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0" name="">
            <a:extLst xmlns:a="http://schemas.openxmlformats.org/drawingml/2006/main">
              <a:ext uri="{FF2B5EF4-FFF2-40B4-BE49-F238E27FC236}">
                <a16:creationId xmlns:a16="http://schemas.microsoft.com/office/drawing/2014/main" id="{D9A741F0-164B-4800-B0DB-2D447611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2101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1" name="">
            <a:extLst xmlns:a="http://schemas.openxmlformats.org/drawingml/2006/main">
              <a:ext uri="{FF2B5EF4-FFF2-40B4-BE49-F238E27FC236}">
                <a16:creationId xmlns:a16="http://schemas.microsoft.com/office/drawing/2014/main" id="{0A1A5221-3927-451E-94CB-EFAC275B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101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2" name="">
            <a:extLst xmlns:a="http://schemas.openxmlformats.org/drawingml/2006/main">
              <a:ext uri="{FF2B5EF4-FFF2-40B4-BE49-F238E27FC236}">
                <a16:creationId xmlns:a16="http://schemas.microsoft.com/office/drawing/2014/main" id="{8DD46FD9-1863-44DC-AB55-884BBB32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2101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3" name="">
            <a:extLst xmlns:a="http://schemas.openxmlformats.org/drawingml/2006/main">
              <a:ext uri="{FF2B5EF4-FFF2-40B4-BE49-F238E27FC236}">
                <a16:creationId xmlns:a16="http://schemas.microsoft.com/office/drawing/2014/main" id="{66CFEC0A-3826-4D37-B07F-858ED27BE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2101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4" name="">
            <a:extLst xmlns:a="http://schemas.openxmlformats.org/drawingml/2006/main">
              <a:ext uri="{FF2B5EF4-FFF2-40B4-BE49-F238E27FC236}">
                <a16:creationId xmlns:a16="http://schemas.microsoft.com/office/drawing/2014/main" id="{A44BDD3D-5F94-4674-9F51-BBE29D4A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2101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5" name="">
            <a:extLst xmlns:a="http://schemas.openxmlformats.org/drawingml/2006/main">
              <a:ext uri="{FF2B5EF4-FFF2-40B4-BE49-F238E27FC236}">
                <a16:creationId xmlns:a16="http://schemas.microsoft.com/office/drawing/2014/main" id="{4EE288EE-994E-4BCD-A8B1-A1EC9DCE1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2101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6" name="">
            <a:extLst xmlns:a="http://schemas.openxmlformats.org/drawingml/2006/main">
              <a:ext uri="{FF2B5EF4-FFF2-40B4-BE49-F238E27FC236}">
                <a16:creationId xmlns:a16="http://schemas.microsoft.com/office/drawing/2014/main" id="{9C785690-3FA7-4C31-8F62-D2549D72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2101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7" name="">
            <a:extLst xmlns:a="http://schemas.openxmlformats.org/drawingml/2006/main">
              <a:ext uri="{FF2B5EF4-FFF2-40B4-BE49-F238E27FC236}">
                <a16:creationId xmlns:a16="http://schemas.microsoft.com/office/drawing/2014/main" id="{D889E945-88BA-445F-A082-DD669EEC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2101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8" name="">
            <a:extLst xmlns:a="http://schemas.openxmlformats.org/drawingml/2006/main">
              <a:ext uri="{FF2B5EF4-FFF2-40B4-BE49-F238E27FC236}">
                <a16:creationId xmlns:a16="http://schemas.microsoft.com/office/drawing/2014/main" id="{D04F88D8-EC2C-4B22-BB4F-B4EB9741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2101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9" name="">
            <a:extLst xmlns:a="http://schemas.openxmlformats.org/drawingml/2006/main">
              <a:ext uri="{FF2B5EF4-FFF2-40B4-BE49-F238E27FC236}">
                <a16:creationId xmlns:a16="http://schemas.microsoft.com/office/drawing/2014/main" id="{A7065C32-D552-4772-8BE5-26D3DF8E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2101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0" name="">
            <a:extLst xmlns:a="http://schemas.openxmlformats.org/drawingml/2006/main">
              <a:ext uri="{FF2B5EF4-FFF2-40B4-BE49-F238E27FC236}">
                <a16:creationId xmlns:a16="http://schemas.microsoft.com/office/drawing/2014/main" id="{B0947DF8-9A91-4076-B847-BA17514D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2101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1" name="">
            <a:extLst xmlns:a="http://schemas.openxmlformats.org/drawingml/2006/main">
              <a:ext uri="{FF2B5EF4-FFF2-40B4-BE49-F238E27FC236}">
                <a16:creationId xmlns:a16="http://schemas.microsoft.com/office/drawing/2014/main" id="{72109E88-B656-4722-97F9-D86EE0F1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2101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2" name="">
            <a:extLst xmlns:a="http://schemas.openxmlformats.org/drawingml/2006/main">
              <a:ext uri="{FF2B5EF4-FFF2-40B4-BE49-F238E27FC236}">
                <a16:creationId xmlns:a16="http://schemas.microsoft.com/office/drawing/2014/main" id="{E20364E9-94C2-4490-86DF-F58402A60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2101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3" name="">
            <a:extLst xmlns:a="http://schemas.openxmlformats.org/drawingml/2006/main">
              <a:ext uri="{FF2B5EF4-FFF2-40B4-BE49-F238E27FC236}">
                <a16:creationId xmlns:a16="http://schemas.microsoft.com/office/drawing/2014/main" id="{59F07A3B-2067-4896-A619-B4BF0E14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2101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4" name="">
            <a:extLst xmlns:a="http://schemas.openxmlformats.org/drawingml/2006/main">
              <a:ext uri="{FF2B5EF4-FFF2-40B4-BE49-F238E27FC236}">
                <a16:creationId xmlns:a16="http://schemas.microsoft.com/office/drawing/2014/main" id="{BD856720-BA7C-431A-BA25-95ED25AB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2101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5" name="">
            <a:extLst xmlns:a="http://schemas.openxmlformats.org/drawingml/2006/main">
              <a:ext uri="{FF2B5EF4-FFF2-40B4-BE49-F238E27FC236}">
                <a16:creationId xmlns:a16="http://schemas.microsoft.com/office/drawing/2014/main" id="{1677C404-C4C8-48F2-AB9A-E2928E87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2959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6" name="">
            <a:extLst xmlns:a="http://schemas.openxmlformats.org/drawingml/2006/main">
              <a:ext uri="{FF2B5EF4-FFF2-40B4-BE49-F238E27FC236}">
                <a16:creationId xmlns:a16="http://schemas.microsoft.com/office/drawing/2014/main" id="{A7DB3908-C893-40EA-8EF2-4D9C12F7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2959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7" name="">
            <a:extLst xmlns:a="http://schemas.openxmlformats.org/drawingml/2006/main">
              <a:ext uri="{FF2B5EF4-FFF2-40B4-BE49-F238E27FC236}">
                <a16:creationId xmlns:a16="http://schemas.microsoft.com/office/drawing/2014/main" id="{D841FDC4-B992-4178-84EA-7B578B3B0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959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8" name="">
            <a:extLst xmlns:a="http://schemas.openxmlformats.org/drawingml/2006/main">
              <a:ext uri="{FF2B5EF4-FFF2-40B4-BE49-F238E27FC236}">
                <a16:creationId xmlns:a16="http://schemas.microsoft.com/office/drawing/2014/main" id="{C30D4FEB-68F5-4622-9CDC-6E2FF2204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2959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9" name="">
            <a:extLst xmlns:a="http://schemas.openxmlformats.org/drawingml/2006/main">
              <a:ext uri="{FF2B5EF4-FFF2-40B4-BE49-F238E27FC236}">
                <a16:creationId xmlns:a16="http://schemas.microsoft.com/office/drawing/2014/main" id="{D28126F6-8B4D-410C-9754-961F9FFAC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2959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0" name="">
            <a:extLst xmlns:a="http://schemas.openxmlformats.org/drawingml/2006/main">
              <a:ext uri="{FF2B5EF4-FFF2-40B4-BE49-F238E27FC236}">
                <a16:creationId xmlns:a16="http://schemas.microsoft.com/office/drawing/2014/main" id="{16919173-0CB3-4BCC-BAE4-B9027418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2959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1" name="">
            <a:extLst xmlns:a="http://schemas.openxmlformats.org/drawingml/2006/main">
              <a:ext uri="{FF2B5EF4-FFF2-40B4-BE49-F238E27FC236}">
                <a16:creationId xmlns:a16="http://schemas.microsoft.com/office/drawing/2014/main" id="{A68FECAC-B71E-47BE-8C5F-F32EA484D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2959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2" name="">
            <a:extLst xmlns:a="http://schemas.openxmlformats.org/drawingml/2006/main">
              <a:ext uri="{FF2B5EF4-FFF2-40B4-BE49-F238E27FC236}">
                <a16:creationId xmlns:a16="http://schemas.microsoft.com/office/drawing/2014/main" id="{FF4611A4-EC2C-44BB-8201-50A03FE3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2959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3" name="">
            <a:extLst xmlns:a="http://schemas.openxmlformats.org/drawingml/2006/main">
              <a:ext uri="{FF2B5EF4-FFF2-40B4-BE49-F238E27FC236}">
                <a16:creationId xmlns:a16="http://schemas.microsoft.com/office/drawing/2014/main" id="{1A17300C-70F9-47B8-B5CB-78BB04F3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2959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4" name="">
            <a:extLst xmlns:a="http://schemas.openxmlformats.org/drawingml/2006/main">
              <a:ext uri="{FF2B5EF4-FFF2-40B4-BE49-F238E27FC236}">
                <a16:creationId xmlns:a16="http://schemas.microsoft.com/office/drawing/2014/main" id="{B790D136-B107-4B1A-A7E0-CF0641305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2959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5" name="">
            <a:extLst xmlns:a="http://schemas.openxmlformats.org/drawingml/2006/main">
              <a:ext uri="{FF2B5EF4-FFF2-40B4-BE49-F238E27FC236}">
                <a16:creationId xmlns:a16="http://schemas.microsoft.com/office/drawing/2014/main" id="{1B69FC6F-AA5C-4D7E-8999-35148B69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959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6" name="">
            <a:extLst xmlns:a="http://schemas.openxmlformats.org/drawingml/2006/main">
              <a:ext uri="{FF2B5EF4-FFF2-40B4-BE49-F238E27FC236}">
                <a16:creationId xmlns:a16="http://schemas.microsoft.com/office/drawing/2014/main" id="{D33F8710-75D4-4593-91F6-2C20F084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2959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7" name="">
            <a:extLst xmlns:a="http://schemas.openxmlformats.org/drawingml/2006/main">
              <a:ext uri="{FF2B5EF4-FFF2-40B4-BE49-F238E27FC236}">
                <a16:creationId xmlns:a16="http://schemas.microsoft.com/office/drawing/2014/main" id="{E7394987-F05F-46BC-87B2-6A81AD80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2959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8" name="">
            <a:extLst xmlns:a="http://schemas.openxmlformats.org/drawingml/2006/main">
              <a:ext uri="{FF2B5EF4-FFF2-40B4-BE49-F238E27FC236}">
                <a16:creationId xmlns:a16="http://schemas.microsoft.com/office/drawing/2014/main" id="{3C5812BB-A0EA-4E75-AF3D-1DD627118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2959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9" name="">
            <a:extLst xmlns:a="http://schemas.openxmlformats.org/drawingml/2006/main">
              <a:ext uri="{FF2B5EF4-FFF2-40B4-BE49-F238E27FC236}">
                <a16:creationId xmlns:a16="http://schemas.microsoft.com/office/drawing/2014/main" id="{1FCF42E5-5C2C-4A86-8452-D384FB3E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2959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0" name="">
            <a:extLst xmlns:a="http://schemas.openxmlformats.org/drawingml/2006/main">
              <a:ext uri="{FF2B5EF4-FFF2-40B4-BE49-F238E27FC236}">
                <a16:creationId xmlns:a16="http://schemas.microsoft.com/office/drawing/2014/main" id="{167D90C4-D032-438D-A1C5-E8B9A2F1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2959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1" name="">
            <a:extLst xmlns:a="http://schemas.openxmlformats.org/drawingml/2006/main">
              <a:ext uri="{FF2B5EF4-FFF2-40B4-BE49-F238E27FC236}">
                <a16:creationId xmlns:a16="http://schemas.microsoft.com/office/drawing/2014/main" id="{EA57BE97-23F2-4DCA-993E-66B770960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2959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2" name="">
            <a:extLst xmlns:a="http://schemas.openxmlformats.org/drawingml/2006/main">
              <a:ext uri="{FF2B5EF4-FFF2-40B4-BE49-F238E27FC236}">
                <a16:creationId xmlns:a16="http://schemas.microsoft.com/office/drawing/2014/main" id="{6CC6D139-F691-4305-BD27-DD5628E20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2959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3" name="">
            <a:extLst xmlns:a="http://schemas.openxmlformats.org/drawingml/2006/main">
              <a:ext uri="{FF2B5EF4-FFF2-40B4-BE49-F238E27FC236}">
                <a16:creationId xmlns:a16="http://schemas.microsoft.com/office/drawing/2014/main" id="{E7551AFF-253C-4FBC-87BF-26DDA66F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2959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4" name="">
            <a:extLst xmlns:a="http://schemas.openxmlformats.org/drawingml/2006/main">
              <a:ext uri="{FF2B5EF4-FFF2-40B4-BE49-F238E27FC236}">
                <a16:creationId xmlns:a16="http://schemas.microsoft.com/office/drawing/2014/main" id="{61E0716A-E427-4DEA-B4F8-9C1AE8E3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2959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5" name="">
            <a:extLst xmlns:a="http://schemas.openxmlformats.org/drawingml/2006/main">
              <a:ext uri="{FF2B5EF4-FFF2-40B4-BE49-F238E27FC236}">
                <a16:creationId xmlns:a16="http://schemas.microsoft.com/office/drawing/2014/main" id="{249FC149-A4B2-464C-A302-74D7EC6C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2959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6" name="">
            <a:extLst xmlns:a="http://schemas.openxmlformats.org/drawingml/2006/main">
              <a:ext uri="{FF2B5EF4-FFF2-40B4-BE49-F238E27FC236}">
                <a16:creationId xmlns:a16="http://schemas.microsoft.com/office/drawing/2014/main" id="{476453CA-A52E-42BA-A516-4405C074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2959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7" name="">
            <a:extLst xmlns:a="http://schemas.openxmlformats.org/drawingml/2006/main">
              <a:ext uri="{FF2B5EF4-FFF2-40B4-BE49-F238E27FC236}">
                <a16:creationId xmlns:a16="http://schemas.microsoft.com/office/drawing/2014/main" id="{35CF5FF8-7710-439C-8CF5-9012D979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2959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8" name="">
            <a:extLst xmlns:a="http://schemas.openxmlformats.org/drawingml/2006/main">
              <a:ext uri="{FF2B5EF4-FFF2-40B4-BE49-F238E27FC236}">
                <a16:creationId xmlns:a16="http://schemas.microsoft.com/office/drawing/2014/main" id="{25957BBB-F469-4A7E-9811-32E29202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2959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9" name="">
            <a:extLst xmlns:a="http://schemas.openxmlformats.org/drawingml/2006/main">
              <a:ext uri="{FF2B5EF4-FFF2-40B4-BE49-F238E27FC236}">
                <a16:creationId xmlns:a16="http://schemas.microsoft.com/office/drawing/2014/main" id="{3A6712BA-88D5-47A9-965A-379A2A94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3816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0" name="">
            <a:extLst xmlns:a="http://schemas.openxmlformats.org/drawingml/2006/main">
              <a:ext uri="{FF2B5EF4-FFF2-40B4-BE49-F238E27FC236}">
                <a16:creationId xmlns:a16="http://schemas.microsoft.com/office/drawing/2014/main" id="{3C50DE73-CEF7-46E1-8A12-F2C0C8B3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3816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1" name="">
            <a:extLst xmlns:a="http://schemas.openxmlformats.org/drawingml/2006/main">
              <a:ext uri="{FF2B5EF4-FFF2-40B4-BE49-F238E27FC236}">
                <a16:creationId xmlns:a16="http://schemas.microsoft.com/office/drawing/2014/main" id="{5A90E298-1A8E-4F0E-BB9C-163CB0DC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3816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2" name="">
            <a:extLst xmlns:a="http://schemas.openxmlformats.org/drawingml/2006/main">
              <a:ext uri="{FF2B5EF4-FFF2-40B4-BE49-F238E27FC236}">
                <a16:creationId xmlns:a16="http://schemas.microsoft.com/office/drawing/2014/main" id="{C8454C73-45C8-4BE9-BD66-06BB025E4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3816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3" name="">
            <a:extLst xmlns:a="http://schemas.openxmlformats.org/drawingml/2006/main">
              <a:ext uri="{FF2B5EF4-FFF2-40B4-BE49-F238E27FC236}">
                <a16:creationId xmlns:a16="http://schemas.microsoft.com/office/drawing/2014/main" id="{E5F8C9E8-803C-4035-A4EB-557FA7BB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3816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4" name="">
            <a:extLst xmlns:a="http://schemas.openxmlformats.org/drawingml/2006/main">
              <a:ext uri="{FF2B5EF4-FFF2-40B4-BE49-F238E27FC236}">
                <a16:creationId xmlns:a16="http://schemas.microsoft.com/office/drawing/2014/main" id="{C56F91C9-4470-4192-BCAD-7FF2E1A1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3816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5" name="">
            <a:extLst xmlns:a="http://schemas.openxmlformats.org/drawingml/2006/main">
              <a:ext uri="{FF2B5EF4-FFF2-40B4-BE49-F238E27FC236}">
                <a16:creationId xmlns:a16="http://schemas.microsoft.com/office/drawing/2014/main" id="{F042DF15-CB6E-4284-8701-CA36D4C0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3816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6" name="">
            <a:extLst xmlns:a="http://schemas.openxmlformats.org/drawingml/2006/main">
              <a:ext uri="{FF2B5EF4-FFF2-40B4-BE49-F238E27FC236}">
                <a16:creationId xmlns:a16="http://schemas.microsoft.com/office/drawing/2014/main" id="{2522AD5E-71FB-4133-9E60-950B21B8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3816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7" name="">
            <a:extLst xmlns:a="http://schemas.openxmlformats.org/drawingml/2006/main">
              <a:ext uri="{FF2B5EF4-FFF2-40B4-BE49-F238E27FC236}">
                <a16:creationId xmlns:a16="http://schemas.microsoft.com/office/drawing/2014/main" id="{6A33DB0D-78BE-4143-B4BD-D48458F8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816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8" name="">
            <a:extLst xmlns:a="http://schemas.openxmlformats.org/drawingml/2006/main">
              <a:ext uri="{FF2B5EF4-FFF2-40B4-BE49-F238E27FC236}">
                <a16:creationId xmlns:a16="http://schemas.microsoft.com/office/drawing/2014/main" id="{2D0FAE86-6940-4B6D-AD08-1F9B0EE1C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3816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9" name="">
            <a:extLst xmlns:a="http://schemas.openxmlformats.org/drawingml/2006/main">
              <a:ext uri="{FF2B5EF4-FFF2-40B4-BE49-F238E27FC236}">
                <a16:creationId xmlns:a16="http://schemas.microsoft.com/office/drawing/2014/main" id="{282C6D31-D6D8-4A47-A59F-49E820C6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3816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0" name="">
            <a:extLst xmlns:a="http://schemas.openxmlformats.org/drawingml/2006/main">
              <a:ext uri="{FF2B5EF4-FFF2-40B4-BE49-F238E27FC236}">
                <a16:creationId xmlns:a16="http://schemas.microsoft.com/office/drawing/2014/main" id="{759271DF-81D2-4B72-BF69-67B6F73D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3816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1" name="">
            <a:extLst xmlns:a="http://schemas.openxmlformats.org/drawingml/2006/main">
              <a:ext uri="{FF2B5EF4-FFF2-40B4-BE49-F238E27FC236}">
                <a16:creationId xmlns:a16="http://schemas.microsoft.com/office/drawing/2014/main" id="{FACD92F5-0234-4114-8F3C-07EB8F9D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3816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2" name="">
            <a:extLst xmlns:a="http://schemas.openxmlformats.org/drawingml/2006/main">
              <a:ext uri="{FF2B5EF4-FFF2-40B4-BE49-F238E27FC236}">
                <a16:creationId xmlns:a16="http://schemas.microsoft.com/office/drawing/2014/main" id="{AD3B081D-BFF1-4003-B68B-3ABFAF55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3816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3" name="">
            <a:extLst xmlns:a="http://schemas.openxmlformats.org/drawingml/2006/main">
              <a:ext uri="{FF2B5EF4-FFF2-40B4-BE49-F238E27FC236}">
                <a16:creationId xmlns:a16="http://schemas.microsoft.com/office/drawing/2014/main" id="{E1DAF5FB-9AEA-46CA-A89B-EA41D550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3816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4" name="">
            <a:extLst xmlns:a="http://schemas.openxmlformats.org/drawingml/2006/main">
              <a:ext uri="{FF2B5EF4-FFF2-40B4-BE49-F238E27FC236}">
                <a16:creationId xmlns:a16="http://schemas.microsoft.com/office/drawing/2014/main" id="{2959B986-EA1C-4159-AE8C-E16CA631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3816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5" name="">
            <a:extLst xmlns:a="http://schemas.openxmlformats.org/drawingml/2006/main">
              <a:ext uri="{FF2B5EF4-FFF2-40B4-BE49-F238E27FC236}">
                <a16:creationId xmlns:a16="http://schemas.microsoft.com/office/drawing/2014/main" id="{3022B96A-D1B7-4FF1-B3BC-581DC349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3816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6" name="">
            <a:extLst xmlns:a="http://schemas.openxmlformats.org/drawingml/2006/main">
              <a:ext uri="{FF2B5EF4-FFF2-40B4-BE49-F238E27FC236}">
                <a16:creationId xmlns:a16="http://schemas.microsoft.com/office/drawing/2014/main" id="{AD224A88-9F44-4CB7-84F3-2FFFAB90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3816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7" name="">
            <a:extLst xmlns:a="http://schemas.openxmlformats.org/drawingml/2006/main">
              <a:ext uri="{FF2B5EF4-FFF2-40B4-BE49-F238E27FC236}">
                <a16:creationId xmlns:a16="http://schemas.microsoft.com/office/drawing/2014/main" id="{08DBFF0E-7510-412C-9DD1-C6503987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3816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8" name="">
            <a:extLst xmlns:a="http://schemas.openxmlformats.org/drawingml/2006/main">
              <a:ext uri="{FF2B5EF4-FFF2-40B4-BE49-F238E27FC236}">
                <a16:creationId xmlns:a16="http://schemas.microsoft.com/office/drawing/2014/main" id="{DCE42611-3593-438B-B6A9-1314BD81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3816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9" name="">
            <a:extLst xmlns:a="http://schemas.openxmlformats.org/drawingml/2006/main">
              <a:ext uri="{FF2B5EF4-FFF2-40B4-BE49-F238E27FC236}">
                <a16:creationId xmlns:a16="http://schemas.microsoft.com/office/drawing/2014/main" id="{ADF37142-0A6F-4A7C-9F66-A1F39B654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3816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0" name="">
            <a:extLst xmlns:a="http://schemas.openxmlformats.org/drawingml/2006/main">
              <a:ext uri="{FF2B5EF4-FFF2-40B4-BE49-F238E27FC236}">
                <a16:creationId xmlns:a16="http://schemas.microsoft.com/office/drawing/2014/main" id="{7E414460-4CEE-4ED4-9AE0-C87FAC17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3816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1" name="">
            <a:extLst xmlns:a="http://schemas.openxmlformats.org/drawingml/2006/main">
              <a:ext uri="{FF2B5EF4-FFF2-40B4-BE49-F238E27FC236}">
                <a16:creationId xmlns:a16="http://schemas.microsoft.com/office/drawing/2014/main" id="{BA834775-307B-4CC9-8299-E95C102E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3816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2" name="">
            <a:extLst xmlns:a="http://schemas.openxmlformats.org/drawingml/2006/main">
              <a:ext uri="{FF2B5EF4-FFF2-40B4-BE49-F238E27FC236}">
                <a16:creationId xmlns:a16="http://schemas.microsoft.com/office/drawing/2014/main" id="{8680505B-3FAE-4A57-99AA-CE100B660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3816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3" name="">
            <a:extLst xmlns:a="http://schemas.openxmlformats.org/drawingml/2006/main">
              <a:ext uri="{FF2B5EF4-FFF2-40B4-BE49-F238E27FC236}">
                <a16:creationId xmlns:a16="http://schemas.microsoft.com/office/drawing/2014/main" id="{BB542B38-3DFD-4C82-8E9C-6A4C09E1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4673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4" name="">
            <a:extLst xmlns:a="http://schemas.openxmlformats.org/drawingml/2006/main">
              <a:ext uri="{FF2B5EF4-FFF2-40B4-BE49-F238E27FC236}">
                <a16:creationId xmlns:a16="http://schemas.microsoft.com/office/drawing/2014/main" id="{A662261D-C85A-4EB2-94CB-B9C12C97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4673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5" name="">
            <a:extLst xmlns:a="http://schemas.openxmlformats.org/drawingml/2006/main">
              <a:ext uri="{FF2B5EF4-FFF2-40B4-BE49-F238E27FC236}">
                <a16:creationId xmlns:a16="http://schemas.microsoft.com/office/drawing/2014/main" id="{58AD9D7A-5AD6-4CE0-B8C8-4784EC82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4673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6" name="">
            <a:extLst xmlns:a="http://schemas.openxmlformats.org/drawingml/2006/main">
              <a:ext uri="{FF2B5EF4-FFF2-40B4-BE49-F238E27FC236}">
                <a16:creationId xmlns:a16="http://schemas.microsoft.com/office/drawing/2014/main" id="{1A516397-8118-4F79-94D5-8FCBD2E96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4673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7" name="">
            <a:extLst xmlns:a="http://schemas.openxmlformats.org/drawingml/2006/main">
              <a:ext uri="{FF2B5EF4-FFF2-40B4-BE49-F238E27FC236}">
                <a16:creationId xmlns:a16="http://schemas.microsoft.com/office/drawing/2014/main" id="{A3E8F5A1-AD5A-4B23-AAB0-1ABCC0F7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4673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8" name="">
            <a:extLst xmlns:a="http://schemas.openxmlformats.org/drawingml/2006/main">
              <a:ext uri="{FF2B5EF4-FFF2-40B4-BE49-F238E27FC236}">
                <a16:creationId xmlns:a16="http://schemas.microsoft.com/office/drawing/2014/main" id="{9A4C0330-16FB-4CFA-9DEF-EADC4A3B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4673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9" name="">
            <a:extLst xmlns:a="http://schemas.openxmlformats.org/drawingml/2006/main">
              <a:ext uri="{FF2B5EF4-FFF2-40B4-BE49-F238E27FC236}">
                <a16:creationId xmlns:a16="http://schemas.microsoft.com/office/drawing/2014/main" id="{5CF553C4-6787-4E44-96ED-B944C6F91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4673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0" name="">
            <a:extLst xmlns:a="http://schemas.openxmlformats.org/drawingml/2006/main">
              <a:ext uri="{FF2B5EF4-FFF2-40B4-BE49-F238E27FC236}">
                <a16:creationId xmlns:a16="http://schemas.microsoft.com/office/drawing/2014/main" id="{F718D591-3302-46F5-8AD9-66CEE9F8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4673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1" name="">
            <a:extLst xmlns:a="http://schemas.openxmlformats.org/drawingml/2006/main">
              <a:ext uri="{FF2B5EF4-FFF2-40B4-BE49-F238E27FC236}">
                <a16:creationId xmlns:a16="http://schemas.microsoft.com/office/drawing/2014/main" id="{7E6DC5F0-4574-4A8D-AD19-855595D4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4673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2" name="">
            <a:extLst xmlns:a="http://schemas.openxmlformats.org/drawingml/2006/main">
              <a:ext uri="{FF2B5EF4-FFF2-40B4-BE49-F238E27FC236}">
                <a16:creationId xmlns:a16="http://schemas.microsoft.com/office/drawing/2014/main" id="{C0BAF19F-53D1-48EE-9210-C517B6985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4673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3" name="">
            <a:extLst xmlns:a="http://schemas.openxmlformats.org/drawingml/2006/main">
              <a:ext uri="{FF2B5EF4-FFF2-40B4-BE49-F238E27FC236}">
                <a16:creationId xmlns:a16="http://schemas.microsoft.com/office/drawing/2014/main" id="{ACD2A6D5-73D2-45E2-9187-275D8761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4673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4" name="">
            <a:extLst xmlns:a="http://schemas.openxmlformats.org/drawingml/2006/main">
              <a:ext uri="{FF2B5EF4-FFF2-40B4-BE49-F238E27FC236}">
                <a16:creationId xmlns:a16="http://schemas.microsoft.com/office/drawing/2014/main" id="{027C455A-D4BD-4B2F-A10C-BF585ED2D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4673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5" name="">
            <a:extLst xmlns:a="http://schemas.openxmlformats.org/drawingml/2006/main">
              <a:ext uri="{FF2B5EF4-FFF2-40B4-BE49-F238E27FC236}">
                <a16:creationId xmlns:a16="http://schemas.microsoft.com/office/drawing/2014/main" id="{5B04E1A9-DBFF-4823-A84C-1F31E16D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4673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6" name="">
            <a:extLst xmlns:a="http://schemas.openxmlformats.org/drawingml/2006/main">
              <a:ext uri="{FF2B5EF4-FFF2-40B4-BE49-F238E27FC236}">
                <a16:creationId xmlns:a16="http://schemas.microsoft.com/office/drawing/2014/main" id="{E47A38C8-92C4-442F-BFA3-5D64BE66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4673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7" name="">
            <a:extLst xmlns:a="http://schemas.openxmlformats.org/drawingml/2006/main">
              <a:ext uri="{FF2B5EF4-FFF2-40B4-BE49-F238E27FC236}">
                <a16:creationId xmlns:a16="http://schemas.microsoft.com/office/drawing/2014/main" id="{B5AE5E5B-8B2D-4BC6-8A30-6E342E066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4673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8" name="">
            <a:extLst xmlns:a="http://schemas.openxmlformats.org/drawingml/2006/main">
              <a:ext uri="{FF2B5EF4-FFF2-40B4-BE49-F238E27FC236}">
                <a16:creationId xmlns:a16="http://schemas.microsoft.com/office/drawing/2014/main" id="{A5839914-1A4A-4B41-9227-A87929C2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4673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9" name="">
            <a:extLst xmlns:a="http://schemas.openxmlformats.org/drawingml/2006/main">
              <a:ext uri="{FF2B5EF4-FFF2-40B4-BE49-F238E27FC236}">
                <a16:creationId xmlns:a16="http://schemas.microsoft.com/office/drawing/2014/main" id="{1D212EB2-3F4F-4A81-A749-8742CB48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4673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0" name="">
            <a:extLst xmlns:a="http://schemas.openxmlformats.org/drawingml/2006/main">
              <a:ext uri="{FF2B5EF4-FFF2-40B4-BE49-F238E27FC236}">
                <a16:creationId xmlns:a16="http://schemas.microsoft.com/office/drawing/2014/main" id="{F02FB2C6-7E12-48A5-8B80-130D804C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4673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1" name="">
            <a:extLst xmlns:a="http://schemas.openxmlformats.org/drawingml/2006/main">
              <a:ext uri="{FF2B5EF4-FFF2-40B4-BE49-F238E27FC236}">
                <a16:creationId xmlns:a16="http://schemas.microsoft.com/office/drawing/2014/main" id="{E30AF890-5ADE-4119-BCB5-C1A6362E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4673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2" name="">
            <a:extLst xmlns:a="http://schemas.openxmlformats.org/drawingml/2006/main">
              <a:ext uri="{FF2B5EF4-FFF2-40B4-BE49-F238E27FC236}">
                <a16:creationId xmlns:a16="http://schemas.microsoft.com/office/drawing/2014/main" id="{08D0BEF9-F59A-454B-972F-4DA364F7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4673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3" name="">
            <a:extLst xmlns:a="http://schemas.openxmlformats.org/drawingml/2006/main">
              <a:ext uri="{FF2B5EF4-FFF2-40B4-BE49-F238E27FC236}">
                <a16:creationId xmlns:a16="http://schemas.microsoft.com/office/drawing/2014/main" id="{7CDC48EF-3C5C-45CD-A39E-4FB19F26A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4673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4" name="">
            <a:extLst xmlns:a="http://schemas.openxmlformats.org/drawingml/2006/main">
              <a:ext uri="{FF2B5EF4-FFF2-40B4-BE49-F238E27FC236}">
                <a16:creationId xmlns:a16="http://schemas.microsoft.com/office/drawing/2014/main" id="{A17FF38F-C9D8-49A4-9C5B-E2DAE421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4673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5" name="">
            <a:extLst xmlns:a="http://schemas.openxmlformats.org/drawingml/2006/main">
              <a:ext uri="{FF2B5EF4-FFF2-40B4-BE49-F238E27FC236}">
                <a16:creationId xmlns:a16="http://schemas.microsoft.com/office/drawing/2014/main" id="{BD8EFD3C-A4C9-4D3C-B0EF-F6E8D7A1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4673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6" name="">
            <a:extLst xmlns:a="http://schemas.openxmlformats.org/drawingml/2006/main">
              <a:ext uri="{FF2B5EF4-FFF2-40B4-BE49-F238E27FC236}">
                <a16:creationId xmlns:a16="http://schemas.microsoft.com/office/drawing/2014/main" id="{9C8CBBFE-669E-4F7D-A61A-7807AC15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4673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7" name="">
            <a:extLst xmlns:a="http://schemas.openxmlformats.org/drawingml/2006/main">
              <a:ext uri="{FF2B5EF4-FFF2-40B4-BE49-F238E27FC236}">
                <a16:creationId xmlns:a16="http://schemas.microsoft.com/office/drawing/2014/main" id="{BB890E10-436D-484D-A7EB-B1C021D0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5530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8" name="">
            <a:extLst xmlns:a="http://schemas.openxmlformats.org/drawingml/2006/main">
              <a:ext uri="{FF2B5EF4-FFF2-40B4-BE49-F238E27FC236}">
                <a16:creationId xmlns:a16="http://schemas.microsoft.com/office/drawing/2014/main" id="{64B472B9-7016-4946-AED8-6222487C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5530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9" name="">
            <a:extLst xmlns:a="http://schemas.openxmlformats.org/drawingml/2006/main">
              <a:ext uri="{FF2B5EF4-FFF2-40B4-BE49-F238E27FC236}">
                <a16:creationId xmlns:a16="http://schemas.microsoft.com/office/drawing/2014/main" id="{5CA94BD1-CC02-4067-A26F-E7B1433B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5530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0" name="">
            <a:extLst xmlns:a="http://schemas.openxmlformats.org/drawingml/2006/main">
              <a:ext uri="{FF2B5EF4-FFF2-40B4-BE49-F238E27FC236}">
                <a16:creationId xmlns:a16="http://schemas.microsoft.com/office/drawing/2014/main" id="{050D622E-5D9D-4DA3-8649-E3130E96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5530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1" name="">
            <a:extLst xmlns:a="http://schemas.openxmlformats.org/drawingml/2006/main">
              <a:ext uri="{FF2B5EF4-FFF2-40B4-BE49-F238E27FC236}">
                <a16:creationId xmlns:a16="http://schemas.microsoft.com/office/drawing/2014/main" id="{98D885C6-2F58-4168-90FE-C30CB0CA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5530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2" name="">
            <a:extLst xmlns:a="http://schemas.openxmlformats.org/drawingml/2006/main">
              <a:ext uri="{FF2B5EF4-FFF2-40B4-BE49-F238E27FC236}">
                <a16:creationId xmlns:a16="http://schemas.microsoft.com/office/drawing/2014/main" id="{BBD7A3B2-FBC6-443A-B6BA-48994C69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5530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3" name="">
            <a:extLst xmlns:a="http://schemas.openxmlformats.org/drawingml/2006/main">
              <a:ext uri="{FF2B5EF4-FFF2-40B4-BE49-F238E27FC236}">
                <a16:creationId xmlns:a16="http://schemas.microsoft.com/office/drawing/2014/main" id="{BEBDAB61-49F7-4517-BB9B-46295BBD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5530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4" name="">
            <a:extLst xmlns:a="http://schemas.openxmlformats.org/drawingml/2006/main">
              <a:ext uri="{FF2B5EF4-FFF2-40B4-BE49-F238E27FC236}">
                <a16:creationId xmlns:a16="http://schemas.microsoft.com/office/drawing/2014/main" id="{2AAB4083-9210-4D30-A73C-276FA8D0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530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5" name="">
            <a:extLst xmlns:a="http://schemas.openxmlformats.org/drawingml/2006/main">
              <a:ext uri="{FF2B5EF4-FFF2-40B4-BE49-F238E27FC236}">
                <a16:creationId xmlns:a16="http://schemas.microsoft.com/office/drawing/2014/main" id="{F063DF75-791D-41F4-A2B9-2845974A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5530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6" name="">
            <a:extLst xmlns:a="http://schemas.openxmlformats.org/drawingml/2006/main">
              <a:ext uri="{FF2B5EF4-FFF2-40B4-BE49-F238E27FC236}">
                <a16:creationId xmlns:a16="http://schemas.microsoft.com/office/drawing/2014/main" id="{0B324F82-7B30-44E4-A0AC-47E2E7284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5530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7" name="">
            <a:extLst xmlns:a="http://schemas.openxmlformats.org/drawingml/2006/main">
              <a:ext uri="{FF2B5EF4-FFF2-40B4-BE49-F238E27FC236}">
                <a16:creationId xmlns:a16="http://schemas.microsoft.com/office/drawing/2014/main" id="{06EF4F03-DEF4-457B-924F-E7EED82A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5530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8" name="">
            <a:extLst xmlns:a="http://schemas.openxmlformats.org/drawingml/2006/main">
              <a:ext uri="{FF2B5EF4-FFF2-40B4-BE49-F238E27FC236}">
                <a16:creationId xmlns:a16="http://schemas.microsoft.com/office/drawing/2014/main" id="{8558B87D-E797-44FF-A7EF-5581222E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5530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9" name="">
            <a:extLst xmlns:a="http://schemas.openxmlformats.org/drawingml/2006/main">
              <a:ext uri="{FF2B5EF4-FFF2-40B4-BE49-F238E27FC236}">
                <a16:creationId xmlns:a16="http://schemas.microsoft.com/office/drawing/2014/main" id="{2AED30E0-4F74-4F3C-9370-A30B83BF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5530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0" name="">
            <a:extLst xmlns:a="http://schemas.openxmlformats.org/drawingml/2006/main">
              <a:ext uri="{FF2B5EF4-FFF2-40B4-BE49-F238E27FC236}">
                <a16:creationId xmlns:a16="http://schemas.microsoft.com/office/drawing/2014/main" id="{180CAC88-D102-45E2-96DA-AFF9491B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5530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1" name="">
            <a:extLst xmlns:a="http://schemas.openxmlformats.org/drawingml/2006/main">
              <a:ext uri="{FF2B5EF4-FFF2-40B4-BE49-F238E27FC236}">
                <a16:creationId xmlns:a16="http://schemas.microsoft.com/office/drawing/2014/main" id="{42CD9C37-E497-4F6B-AEB2-9586AE05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5530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2" name="">
            <a:extLst xmlns:a="http://schemas.openxmlformats.org/drawingml/2006/main">
              <a:ext uri="{FF2B5EF4-FFF2-40B4-BE49-F238E27FC236}">
                <a16:creationId xmlns:a16="http://schemas.microsoft.com/office/drawing/2014/main" id="{48FB1635-3CE6-4E8C-947B-CF8AB3EA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5530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3" name="">
            <a:extLst xmlns:a="http://schemas.openxmlformats.org/drawingml/2006/main">
              <a:ext uri="{FF2B5EF4-FFF2-40B4-BE49-F238E27FC236}">
                <a16:creationId xmlns:a16="http://schemas.microsoft.com/office/drawing/2014/main" id="{176EB558-B060-4698-8DC0-5F6E194E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5530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4" name="">
            <a:extLst xmlns:a="http://schemas.openxmlformats.org/drawingml/2006/main">
              <a:ext uri="{FF2B5EF4-FFF2-40B4-BE49-F238E27FC236}">
                <a16:creationId xmlns:a16="http://schemas.microsoft.com/office/drawing/2014/main" id="{2D94D090-F6F2-4D68-8E58-749127DE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5530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5" name="">
            <a:extLst xmlns:a="http://schemas.openxmlformats.org/drawingml/2006/main">
              <a:ext uri="{FF2B5EF4-FFF2-40B4-BE49-F238E27FC236}">
                <a16:creationId xmlns:a16="http://schemas.microsoft.com/office/drawing/2014/main" id="{A7B0B5AA-C6E2-4E02-B6C1-F042CACD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5530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6" name="">
            <a:extLst xmlns:a="http://schemas.openxmlformats.org/drawingml/2006/main">
              <a:ext uri="{FF2B5EF4-FFF2-40B4-BE49-F238E27FC236}">
                <a16:creationId xmlns:a16="http://schemas.microsoft.com/office/drawing/2014/main" id="{284651C1-A261-4DAB-ADFB-27B95E75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5530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7" name="">
            <a:extLst xmlns:a="http://schemas.openxmlformats.org/drawingml/2006/main">
              <a:ext uri="{FF2B5EF4-FFF2-40B4-BE49-F238E27FC236}">
                <a16:creationId xmlns:a16="http://schemas.microsoft.com/office/drawing/2014/main" id="{7E493FE0-F65F-4197-AC95-91F8BC48D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5530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8" name="">
            <a:extLst xmlns:a="http://schemas.openxmlformats.org/drawingml/2006/main">
              <a:ext uri="{FF2B5EF4-FFF2-40B4-BE49-F238E27FC236}">
                <a16:creationId xmlns:a16="http://schemas.microsoft.com/office/drawing/2014/main" id="{3FD44629-AFE6-4EB4-8A32-A758A0A7D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5530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9" name="">
            <a:extLst xmlns:a="http://schemas.openxmlformats.org/drawingml/2006/main">
              <a:ext uri="{FF2B5EF4-FFF2-40B4-BE49-F238E27FC236}">
                <a16:creationId xmlns:a16="http://schemas.microsoft.com/office/drawing/2014/main" id="{3528364E-929C-4FAF-A705-A8753F99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5530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0" name="">
            <a:extLst xmlns:a="http://schemas.openxmlformats.org/drawingml/2006/main">
              <a:ext uri="{FF2B5EF4-FFF2-40B4-BE49-F238E27FC236}">
                <a16:creationId xmlns:a16="http://schemas.microsoft.com/office/drawing/2014/main" id="{AA2B0726-8013-45F5-A32B-E77C7875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5530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1" name="">
            <a:extLst xmlns:a="http://schemas.openxmlformats.org/drawingml/2006/main">
              <a:ext uri="{FF2B5EF4-FFF2-40B4-BE49-F238E27FC236}">
                <a16:creationId xmlns:a16="http://schemas.microsoft.com/office/drawing/2014/main" id="{ADB94A83-5FDB-41B4-803E-A3E146CD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6388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2" name="">
            <a:extLst xmlns:a="http://schemas.openxmlformats.org/drawingml/2006/main">
              <a:ext uri="{FF2B5EF4-FFF2-40B4-BE49-F238E27FC236}">
                <a16:creationId xmlns:a16="http://schemas.microsoft.com/office/drawing/2014/main" id="{ACF51BE0-4FEF-4761-9777-63DDABB0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6388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3" name="">
            <a:extLst xmlns:a="http://schemas.openxmlformats.org/drawingml/2006/main">
              <a:ext uri="{FF2B5EF4-FFF2-40B4-BE49-F238E27FC236}">
                <a16:creationId xmlns:a16="http://schemas.microsoft.com/office/drawing/2014/main" id="{0FCFAB80-D6C3-438C-9E36-2BBAD2E3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6388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4" name="">
            <a:extLst xmlns:a="http://schemas.openxmlformats.org/drawingml/2006/main">
              <a:ext uri="{FF2B5EF4-FFF2-40B4-BE49-F238E27FC236}">
                <a16:creationId xmlns:a16="http://schemas.microsoft.com/office/drawing/2014/main" id="{AB511A65-312A-48AD-A7D5-5306DF8E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6388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5" name="">
            <a:extLst xmlns:a="http://schemas.openxmlformats.org/drawingml/2006/main">
              <a:ext uri="{FF2B5EF4-FFF2-40B4-BE49-F238E27FC236}">
                <a16:creationId xmlns:a16="http://schemas.microsoft.com/office/drawing/2014/main" id="{CB4F0164-C739-4E1A-A1BF-838132D6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6388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6" name="">
            <a:extLst xmlns:a="http://schemas.openxmlformats.org/drawingml/2006/main">
              <a:ext uri="{FF2B5EF4-FFF2-40B4-BE49-F238E27FC236}">
                <a16:creationId xmlns:a16="http://schemas.microsoft.com/office/drawing/2014/main" id="{5CB4F0D3-1E57-4779-925E-9BBEB99E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6388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7" name="">
            <a:extLst xmlns:a="http://schemas.openxmlformats.org/drawingml/2006/main">
              <a:ext uri="{FF2B5EF4-FFF2-40B4-BE49-F238E27FC236}">
                <a16:creationId xmlns:a16="http://schemas.microsoft.com/office/drawing/2014/main" id="{2CF1158B-4BDC-4EA0-A002-963049C5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6388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8" name="">
            <a:extLst xmlns:a="http://schemas.openxmlformats.org/drawingml/2006/main">
              <a:ext uri="{FF2B5EF4-FFF2-40B4-BE49-F238E27FC236}">
                <a16:creationId xmlns:a16="http://schemas.microsoft.com/office/drawing/2014/main" id="{5F46ACD5-2D84-42E7-AFE6-55D2BD11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6388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9" name="">
            <a:extLst xmlns:a="http://schemas.openxmlformats.org/drawingml/2006/main">
              <a:ext uri="{FF2B5EF4-FFF2-40B4-BE49-F238E27FC236}">
                <a16:creationId xmlns:a16="http://schemas.microsoft.com/office/drawing/2014/main" id="{43E20246-5EDE-4C17-985A-EC821CB96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6388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0" name="">
            <a:extLst xmlns:a="http://schemas.openxmlformats.org/drawingml/2006/main">
              <a:ext uri="{FF2B5EF4-FFF2-40B4-BE49-F238E27FC236}">
                <a16:creationId xmlns:a16="http://schemas.microsoft.com/office/drawing/2014/main" id="{3002830A-0BBD-42C4-A6DC-91443001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6388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1" name="">
            <a:extLst xmlns:a="http://schemas.openxmlformats.org/drawingml/2006/main">
              <a:ext uri="{FF2B5EF4-FFF2-40B4-BE49-F238E27FC236}">
                <a16:creationId xmlns:a16="http://schemas.microsoft.com/office/drawing/2014/main" id="{3FC52237-749E-4774-A1C2-911AB4C05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388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2" name="">
            <a:extLst xmlns:a="http://schemas.openxmlformats.org/drawingml/2006/main">
              <a:ext uri="{FF2B5EF4-FFF2-40B4-BE49-F238E27FC236}">
                <a16:creationId xmlns:a16="http://schemas.microsoft.com/office/drawing/2014/main" id="{25073C83-F5BD-483D-94D8-7ECD512F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6388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3" name="">
            <a:extLst xmlns:a="http://schemas.openxmlformats.org/drawingml/2006/main">
              <a:ext uri="{FF2B5EF4-FFF2-40B4-BE49-F238E27FC236}">
                <a16:creationId xmlns:a16="http://schemas.microsoft.com/office/drawing/2014/main" id="{B7307836-3E11-482A-879C-B70B15915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6388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4" name="">
            <a:extLst xmlns:a="http://schemas.openxmlformats.org/drawingml/2006/main">
              <a:ext uri="{FF2B5EF4-FFF2-40B4-BE49-F238E27FC236}">
                <a16:creationId xmlns:a16="http://schemas.microsoft.com/office/drawing/2014/main" id="{7020CD2D-5E55-439E-818C-53883BC4E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6388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5" name="">
            <a:extLst xmlns:a="http://schemas.openxmlformats.org/drawingml/2006/main">
              <a:ext uri="{FF2B5EF4-FFF2-40B4-BE49-F238E27FC236}">
                <a16:creationId xmlns:a16="http://schemas.microsoft.com/office/drawing/2014/main" id="{9C2DEE72-F7F6-4964-8987-ACF12D07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6388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6" name="">
            <a:extLst xmlns:a="http://schemas.openxmlformats.org/drawingml/2006/main">
              <a:ext uri="{FF2B5EF4-FFF2-40B4-BE49-F238E27FC236}">
                <a16:creationId xmlns:a16="http://schemas.microsoft.com/office/drawing/2014/main" id="{A47914D2-F110-4E94-8C90-4460ED72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6388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7" name="">
            <a:extLst xmlns:a="http://schemas.openxmlformats.org/drawingml/2006/main">
              <a:ext uri="{FF2B5EF4-FFF2-40B4-BE49-F238E27FC236}">
                <a16:creationId xmlns:a16="http://schemas.microsoft.com/office/drawing/2014/main" id="{3C6F8A58-4A5F-4EB7-A6BF-142B5D5A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6388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8" name="">
            <a:extLst xmlns:a="http://schemas.openxmlformats.org/drawingml/2006/main">
              <a:ext uri="{FF2B5EF4-FFF2-40B4-BE49-F238E27FC236}">
                <a16:creationId xmlns:a16="http://schemas.microsoft.com/office/drawing/2014/main" id="{1B335CBC-30F6-4C9D-9DCC-A2CCF694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6388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9" name="">
            <a:extLst xmlns:a="http://schemas.openxmlformats.org/drawingml/2006/main">
              <a:ext uri="{FF2B5EF4-FFF2-40B4-BE49-F238E27FC236}">
                <a16:creationId xmlns:a16="http://schemas.microsoft.com/office/drawing/2014/main" id="{082707CA-B521-4227-B5C7-89BCC54B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6388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0" name="">
            <a:extLst xmlns:a="http://schemas.openxmlformats.org/drawingml/2006/main">
              <a:ext uri="{FF2B5EF4-FFF2-40B4-BE49-F238E27FC236}">
                <a16:creationId xmlns:a16="http://schemas.microsoft.com/office/drawing/2014/main" id="{7FDE4F20-D6D6-495F-B77B-663B7AFD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6388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1" name="">
            <a:extLst xmlns:a="http://schemas.openxmlformats.org/drawingml/2006/main">
              <a:ext uri="{FF2B5EF4-FFF2-40B4-BE49-F238E27FC236}">
                <a16:creationId xmlns:a16="http://schemas.microsoft.com/office/drawing/2014/main" id="{7299E105-998E-46AD-A240-A825FEB9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6388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2" name="">
            <a:extLst xmlns:a="http://schemas.openxmlformats.org/drawingml/2006/main">
              <a:ext uri="{FF2B5EF4-FFF2-40B4-BE49-F238E27FC236}">
                <a16:creationId xmlns:a16="http://schemas.microsoft.com/office/drawing/2014/main" id="{9674349C-A0D1-4ACF-9DCD-7954A614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6388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3" name="">
            <a:extLst xmlns:a="http://schemas.openxmlformats.org/drawingml/2006/main">
              <a:ext uri="{FF2B5EF4-FFF2-40B4-BE49-F238E27FC236}">
                <a16:creationId xmlns:a16="http://schemas.microsoft.com/office/drawing/2014/main" id="{E84FFA10-90F3-4090-9DFE-8D687A26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6388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4" name="">
            <a:extLst xmlns:a="http://schemas.openxmlformats.org/drawingml/2006/main">
              <a:ext uri="{FF2B5EF4-FFF2-40B4-BE49-F238E27FC236}">
                <a16:creationId xmlns:a16="http://schemas.microsoft.com/office/drawing/2014/main" id="{72FAD1BA-E7A0-434F-91AB-8D3D107D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6388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5" name="">
            <a:extLst xmlns:a="http://schemas.openxmlformats.org/drawingml/2006/main">
              <a:ext uri="{FF2B5EF4-FFF2-40B4-BE49-F238E27FC236}">
                <a16:creationId xmlns:a16="http://schemas.microsoft.com/office/drawing/2014/main" id="{0CC60379-C146-4967-A791-A00FD220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7245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6" name="">
            <a:extLst xmlns:a="http://schemas.openxmlformats.org/drawingml/2006/main">
              <a:ext uri="{FF2B5EF4-FFF2-40B4-BE49-F238E27FC236}">
                <a16:creationId xmlns:a16="http://schemas.microsoft.com/office/drawing/2014/main" id="{10B608CF-AFFB-4F93-BE5F-6621381A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7245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7" name="">
            <a:extLst xmlns:a="http://schemas.openxmlformats.org/drawingml/2006/main">
              <a:ext uri="{FF2B5EF4-FFF2-40B4-BE49-F238E27FC236}">
                <a16:creationId xmlns:a16="http://schemas.microsoft.com/office/drawing/2014/main" id="{DC184230-3FB0-42C2-B13E-C72CB7F8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7245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8" name="">
            <a:extLst xmlns:a="http://schemas.openxmlformats.org/drawingml/2006/main">
              <a:ext uri="{FF2B5EF4-FFF2-40B4-BE49-F238E27FC236}">
                <a16:creationId xmlns:a16="http://schemas.microsoft.com/office/drawing/2014/main" id="{A1B1040D-9091-42C0-92FD-C267401C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7245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9" name="">
            <a:extLst xmlns:a="http://schemas.openxmlformats.org/drawingml/2006/main">
              <a:ext uri="{FF2B5EF4-FFF2-40B4-BE49-F238E27FC236}">
                <a16:creationId xmlns:a16="http://schemas.microsoft.com/office/drawing/2014/main" id="{BDBC40A7-2223-42B7-85D8-B8C95C16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7245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0" name="">
            <a:extLst xmlns:a="http://schemas.openxmlformats.org/drawingml/2006/main">
              <a:ext uri="{FF2B5EF4-FFF2-40B4-BE49-F238E27FC236}">
                <a16:creationId xmlns:a16="http://schemas.microsoft.com/office/drawing/2014/main" id="{A2234146-CFF6-4BB1-9FAB-44BAE6DD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7245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1" name="">
            <a:extLst xmlns:a="http://schemas.openxmlformats.org/drawingml/2006/main">
              <a:ext uri="{FF2B5EF4-FFF2-40B4-BE49-F238E27FC236}">
                <a16:creationId xmlns:a16="http://schemas.microsoft.com/office/drawing/2014/main" id="{9FB37FC3-0B1F-42DC-AEFA-026EB7AD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7245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2" name="">
            <a:extLst xmlns:a="http://schemas.openxmlformats.org/drawingml/2006/main">
              <a:ext uri="{FF2B5EF4-FFF2-40B4-BE49-F238E27FC236}">
                <a16:creationId xmlns:a16="http://schemas.microsoft.com/office/drawing/2014/main" id="{18CC765B-8957-4F17-A3BD-C2A58835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7245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3" name="">
            <a:extLst xmlns:a="http://schemas.openxmlformats.org/drawingml/2006/main">
              <a:ext uri="{FF2B5EF4-FFF2-40B4-BE49-F238E27FC236}">
                <a16:creationId xmlns:a16="http://schemas.microsoft.com/office/drawing/2014/main" id="{F35295A9-57B4-4DB3-867D-2F366162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7245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4" name="">
            <a:extLst xmlns:a="http://schemas.openxmlformats.org/drawingml/2006/main">
              <a:ext uri="{FF2B5EF4-FFF2-40B4-BE49-F238E27FC236}">
                <a16:creationId xmlns:a16="http://schemas.microsoft.com/office/drawing/2014/main" id="{7CECB933-982A-49E8-BF34-9063C87B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7245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5" name="">
            <a:extLst xmlns:a="http://schemas.openxmlformats.org/drawingml/2006/main">
              <a:ext uri="{FF2B5EF4-FFF2-40B4-BE49-F238E27FC236}">
                <a16:creationId xmlns:a16="http://schemas.microsoft.com/office/drawing/2014/main" id="{9C46E3C0-7A1C-4579-8BBB-9C5914F8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7245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6" name="">
            <a:extLst xmlns:a="http://schemas.openxmlformats.org/drawingml/2006/main">
              <a:ext uri="{FF2B5EF4-FFF2-40B4-BE49-F238E27FC236}">
                <a16:creationId xmlns:a16="http://schemas.microsoft.com/office/drawing/2014/main" id="{5838756F-B609-41FB-A09C-C9E7136B9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7245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7" name="">
            <a:extLst xmlns:a="http://schemas.openxmlformats.org/drawingml/2006/main">
              <a:ext uri="{FF2B5EF4-FFF2-40B4-BE49-F238E27FC236}">
                <a16:creationId xmlns:a16="http://schemas.microsoft.com/office/drawing/2014/main" id="{B81FE524-C075-4158-A091-9CE9E77DB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7245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8" name="">
            <a:extLst xmlns:a="http://schemas.openxmlformats.org/drawingml/2006/main">
              <a:ext uri="{FF2B5EF4-FFF2-40B4-BE49-F238E27FC236}">
                <a16:creationId xmlns:a16="http://schemas.microsoft.com/office/drawing/2014/main" id="{A77167AB-D674-46A7-8449-8D29DB48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7245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9" name="">
            <a:extLst xmlns:a="http://schemas.openxmlformats.org/drawingml/2006/main">
              <a:ext uri="{FF2B5EF4-FFF2-40B4-BE49-F238E27FC236}">
                <a16:creationId xmlns:a16="http://schemas.microsoft.com/office/drawing/2014/main" id="{68F2110C-905C-4FA0-8612-F835EA6B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7245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0" name="">
            <a:extLst xmlns:a="http://schemas.openxmlformats.org/drawingml/2006/main">
              <a:ext uri="{FF2B5EF4-FFF2-40B4-BE49-F238E27FC236}">
                <a16:creationId xmlns:a16="http://schemas.microsoft.com/office/drawing/2014/main" id="{76F2A61F-CFEB-4363-A2DB-D78D3B7A7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7245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1" name="">
            <a:extLst xmlns:a="http://schemas.openxmlformats.org/drawingml/2006/main">
              <a:ext uri="{FF2B5EF4-FFF2-40B4-BE49-F238E27FC236}">
                <a16:creationId xmlns:a16="http://schemas.microsoft.com/office/drawing/2014/main" id="{235710E2-D07E-4A59-B86D-C794F5C87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7245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2" name="">
            <a:extLst xmlns:a="http://schemas.openxmlformats.org/drawingml/2006/main">
              <a:ext uri="{FF2B5EF4-FFF2-40B4-BE49-F238E27FC236}">
                <a16:creationId xmlns:a16="http://schemas.microsoft.com/office/drawing/2014/main" id="{1FE5B590-64EE-4A6B-A408-3F605546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7245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3" name="">
            <a:extLst xmlns:a="http://schemas.openxmlformats.org/drawingml/2006/main">
              <a:ext uri="{FF2B5EF4-FFF2-40B4-BE49-F238E27FC236}">
                <a16:creationId xmlns:a16="http://schemas.microsoft.com/office/drawing/2014/main" id="{B65537EB-7596-4A67-B579-3D22105D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245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4" name="">
            <a:extLst xmlns:a="http://schemas.openxmlformats.org/drawingml/2006/main">
              <a:ext uri="{FF2B5EF4-FFF2-40B4-BE49-F238E27FC236}">
                <a16:creationId xmlns:a16="http://schemas.microsoft.com/office/drawing/2014/main" id="{DDCBD08A-AE89-4C62-9B3A-84EFDA91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7245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5" name="">
            <a:extLst xmlns:a="http://schemas.openxmlformats.org/drawingml/2006/main">
              <a:ext uri="{FF2B5EF4-FFF2-40B4-BE49-F238E27FC236}">
                <a16:creationId xmlns:a16="http://schemas.microsoft.com/office/drawing/2014/main" id="{70913929-1BC1-4ECB-8829-747DBC69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7245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6" name="">
            <a:extLst xmlns:a="http://schemas.openxmlformats.org/drawingml/2006/main">
              <a:ext uri="{FF2B5EF4-FFF2-40B4-BE49-F238E27FC236}">
                <a16:creationId xmlns:a16="http://schemas.microsoft.com/office/drawing/2014/main" id="{4C19BE48-B70E-4B87-828F-A52DDCBDF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7245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7" name="">
            <a:extLst xmlns:a="http://schemas.openxmlformats.org/drawingml/2006/main">
              <a:ext uri="{FF2B5EF4-FFF2-40B4-BE49-F238E27FC236}">
                <a16:creationId xmlns:a16="http://schemas.microsoft.com/office/drawing/2014/main" id="{853A5B6F-82A0-4BFD-B170-BAB0756AC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7245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8" name="">
            <a:extLst xmlns:a="http://schemas.openxmlformats.org/drawingml/2006/main">
              <a:ext uri="{FF2B5EF4-FFF2-40B4-BE49-F238E27FC236}">
                <a16:creationId xmlns:a16="http://schemas.microsoft.com/office/drawing/2014/main" id="{E573B887-8536-4984-A26D-3C48A2B5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7245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9" name="">
            <a:extLst xmlns:a="http://schemas.openxmlformats.org/drawingml/2006/main">
              <a:ext uri="{FF2B5EF4-FFF2-40B4-BE49-F238E27FC236}">
                <a16:creationId xmlns:a16="http://schemas.microsoft.com/office/drawing/2014/main" id="{E2CC2697-19E5-4266-9C9B-264A3C3C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8102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0" name="">
            <a:extLst xmlns:a="http://schemas.openxmlformats.org/drawingml/2006/main">
              <a:ext uri="{FF2B5EF4-FFF2-40B4-BE49-F238E27FC236}">
                <a16:creationId xmlns:a16="http://schemas.microsoft.com/office/drawing/2014/main" id="{3F85ECD8-B918-4BD7-897B-7D7690360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8102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1" name="">
            <a:extLst xmlns:a="http://schemas.openxmlformats.org/drawingml/2006/main">
              <a:ext uri="{FF2B5EF4-FFF2-40B4-BE49-F238E27FC236}">
                <a16:creationId xmlns:a16="http://schemas.microsoft.com/office/drawing/2014/main" id="{28A9991F-9E0E-40FF-B7FF-4D6CEAEA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8102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2" name="">
            <a:extLst xmlns:a="http://schemas.openxmlformats.org/drawingml/2006/main">
              <a:ext uri="{FF2B5EF4-FFF2-40B4-BE49-F238E27FC236}">
                <a16:creationId xmlns:a16="http://schemas.microsoft.com/office/drawing/2014/main" id="{A0B57EB3-4641-4A63-AEC5-F9DC897E5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8102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3" name="">
            <a:extLst xmlns:a="http://schemas.openxmlformats.org/drawingml/2006/main">
              <a:ext uri="{FF2B5EF4-FFF2-40B4-BE49-F238E27FC236}">
                <a16:creationId xmlns:a16="http://schemas.microsoft.com/office/drawing/2014/main" id="{6932870C-EC39-43B0-BDB9-F29C1BE4C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8102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4" name="">
            <a:extLst xmlns:a="http://schemas.openxmlformats.org/drawingml/2006/main">
              <a:ext uri="{FF2B5EF4-FFF2-40B4-BE49-F238E27FC236}">
                <a16:creationId xmlns:a16="http://schemas.microsoft.com/office/drawing/2014/main" id="{63E1386B-7140-4DC0-BAED-D62E94D4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8102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5" name="">
            <a:extLst xmlns:a="http://schemas.openxmlformats.org/drawingml/2006/main">
              <a:ext uri="{FF2B5EF4-FFF2-40B4-BE49-F238E27FC236}">
                <a16:creationId xmlns:a16="http://schemas.microsoft.com/office/drawing/2014/main" id="{3C94E420-0107-4F21-805B-C9D3CCC9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8102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6" name="">
            <a:extLst xmlns:a="http://schemas.openxmlformats.org/drawingml/2006/main">
              <a:ext uri="{FF2B5EF4-FFF2-40B4-BE49-F238E27FC236}">
                <a16:creationId xmlns:a16="http://schemas.microsoft.com/office/drawing/2014/main" id="{EC635439-91EB-4C23-984E-B378C102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102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7" name="">
            <a:extLst xmlns:a="http://schemas.openxmlformats.org/drawingml/2006/main">
              <a:ext uri="{FF2B5EF4-FFF2-40B4-BE49-F238E27FC236}">
                <a16:creationId xmlns:a16="http://schemas.microsoft.com/office/drawing/2014/main" id="{15DF9AC8-63A9-4F5B-8518-58F62B52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8102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8" name="">
            <a:extLst xmlns:a="http://schemas.openxmlformats.org/drawingml/2006/main">
              <a:ext uri="{FF2B5EF4-FFF2-40B4-BE49-F238E27FC236}">
                <a16:creationId xmlns:a16="http://schemas.microsoft.com/office/drawing/2014/main" id="{5AD1937A-61A2-4564-B4DC-785E56D4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8102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9" name="">
            <a:extLst xmlns:a="http://schemas.openxmlformats.org/drawingml/2006/main">
              <a:ext uri="{FF2B5EF4-FFF2-40B4-BE49-F238E27FC236}">
                <a16:creationId xmlns:a16="http://schemas.microsoft.com/office/drawing/2014/main" id="{EAFEEC8F-40E2-4A67-8918-2547518C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8102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0" name="">
            <a:extLst xmlns:a="http://schemas.openxmlformats.org/drawingml/2006/main">
              <a:ext uri="{FF2B5EF4-FFF2-40B4-BE49-F238E27FC236}">
                <a16:creationId xmlns:a16="http://schemas.microsoft.com/office/drawing/2014/main" id="{7B0994E7-9785-4628-85EF-9DCAE1083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8102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1" name="">
            <a:extLst xmlns:a="http://schemas.openxmlformats.org/drawingml/2006/main">
              <a:ext uri="{FF2B5EF4-FFF2-40B4-BE49-F238E27FC236}">
                <a16:creationId xmlns:a16="http://schemas.microsoft.com/office/drawing/2014/main" id="{15B9746F-714F-416E-A433-7608F7F9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8102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2" name="">
            <a:extLst xmlns:a="http://schemas.openxmlformats.org/drawingml/2006/main">
              <a:ext uri="{FF2B5EF4-FFF2-40B4-BE49-F238E27FC236}">
                <a16:creationId xmlns:a16="http://schemas.microsoft.com/office/drawing/2014/main" id="{54071D38-CD7B-44A7-90AB-1C8BEE14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8102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3" name="">
            <a:extLst xmlns:a="http://schemas.openxmlformats.org/drawingml/2006/main">
              <a:ext uri="{FF2B5EF4-FFF2-40B4-BE49-F238E27FC236}">
                <a16:creationId xmlns:a16="http://schemas.microsoft.com/office/drawing/2014/main" id="{37F477FE-CE14-4A08-8EFF-8EC95072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8102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4" name="">
            <a:extLst xmlns:a="http://schemas.openxmlformats.org/drawingml/2006/main">
              <a:ext uri="{FF2B5EF4-FFF2-40B4-BE49-F238E27FC236}">
                <a16:creationId xmlns:a16="http://schemas.microsoft.com/office/drawing/2014/main" id="{75708F14-088F-4BE0-8DC5-E73C2427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8102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5" name="">
            <a:extLst xmlns:a="http://schemas.openxmlformats.org/drawingml/2006/main">
              <a:ext uri="{FF2B5EF4-FFF2-40B4-BE49-F238E27FC236}">
                <a16:creationId xmlns:a16="http://schemas.microsoft.com/office/drawing/2014/main" id="{C9DAF922-3171-42CA-B93B-7B125811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8102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6" name="">
            <a:extLst xmlns:a="http://schemas.openxmlformats.org/drawingml/2006/main">
              <a:ext uri="{FF2B5EF4-FFF2-40B4-BE49-F238E27FC236}">
                <a16:creationId xmlns:a16="http://schemas.microsoft.com/office/drawing/2014/main" id="{6C8A95FA-082C-493F-B30A-33E93098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8102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7" name="">
            <a:extLst xmlns:a="http://schemas.openxmlformats.org/drawingml/2006/main">
              <a:ext uri="{FF2B5EF4-FFF2-40B4-BE49-F238E27FC236}">
                <a16:creationId xmlns:a16="http://schemas.microsoft.com/office/drawing/2014/main" id="{3FBB16BE-1A7F-4BAD-B6C0-62C45607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8102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8" name="">
            <a:extLst xmlns:a="http://schemas.openxmlformats.org/drawingml/2006/main">
              <a:ext uri="{FF2B5EF4-FFF2-40B4-BE49-F238E27FC236}">
                <a16:creationId xmlns:a16="http://schemas.microsoft.com/office/drawing/2014/main" id="{E4D9B112-C27B-407D-9FA4-38A6EED17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8102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9" name="">
            <a:extLst xmlns:a="http://schemas.openxmlformats.org/drawingml/2006/main">
              <a:ext uri="{FF2B5EF4-FFF2-40B4-BE49-F238E27FC236}">
                <a16:creationId xmlns:a16="http://schemas.microsoft.com/office/drawing/2014/main" id="{C1F6584A-9D84-4E2B-84D3-8D6E08A0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8102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0" name="">
            <a:extLst xmlns:a="http://schemas.openxmlformats.org/drawingml/2006/main">
              <a:ext uri="{FF2B5EF4-FFF2-40B4-BE49-F238E27FC236}">
                <a16:creationId xmlns:a16="http://schemas.microsoft.com/office/drawing/2014/main" id="{8A9AA1A5-FF0A-45EC-A168-5DCE3670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8102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1" name="">
            <a:extLst xmlns:a="http://schemas.openxmlformats.org/drawingml/2006/main">
              <a:ext uri="{FF2B5EF4-FFF2-40B4-BE49-F238E27FC236}">
                <a16:creationId xmlns:a16="http://schemas.microsoft.com/office/drawing/2014/main" id="{81C9C583-13A4-440B-B0FF-5188AD79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8102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2" name="">
            <a:extLst xmlns:a="http://schemas.openxmlformats.org/drawingml/2006/main">
              <a:ext uri="{FF2B5EF4-FFF2-40B4-BE49-F238E27FC236}">
                <a16:creationId xmlns:a16="http://schemas.microsoft.com/office/drawing/2014/main" id="{3879FD1C-4DE0-46D1-BA19-E20B29CA7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8102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3" name="">
            <a:extLst xmlns:a="http://schemas.openxmlformats.org/drawingml/2006/main">
              <a:ext uri="{FF2B5EF4-FFF2-40B4-BE49-F238E27FC236}">
                <a16:creationId xmlns:a16="http://schemas.microsoft.com/office/drawing/2014/main" id="{1806BC68-FC22-452E-AFA2-BDD804E6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8959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4" name="">
            <a:extLst xmlns:a="http://schemas.openxmlformats.org/drawingml/2006/main">
              <a:ext uri="{FF2B5EF4-FFF2-40B4-BE49-F238E27FC236}">
                <a16:creationId xmlns:a16="http://schemas.microsoft.com/office/drawing/2014/main" id="{CE99146F-03C4-48D7-9F3A-F0AF5316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8959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5" name="">
            <a:extLst xmlns:a="http://schemas.openxmlformats.org/drawingml/2006/main">
              <a:ext uri="{FF2B5EF4-FFF2-40B4-BE49-F238E27FC236}">
                <a16:creationId xmlns:a16="http://schemas.microsoft.com/office/drawing/2014/main" id="{9AC21EEE-9B86-48A6-9446-70EE03B4B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8959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6" name="">
            <a:extLst xmlns:a="http://schemas.openxmlformats.org/drawingml/2006/main">
              <a:ext uri="{FF2B5EF4-FFF2-40B4-BE49-F238E27FC236}">
                <a16:creationId xmlns:a16="http://schemas.microsoft.com/office/drawing/2014/main" id="{CB45F229-B43C-405E-B381-3ABA4623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8959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7" name="">
            <a:extLst xmlns:a="http://schemas.openxmlformats.org/drawingml/2006/main">
              <a:ext uri="{FF2B5EF4-FFF2-40B4-BE49-F238E27FC236}">
                <a16:creationId xmlns:a16="http://schemas.microsoft.com/office/drawing/2014/main" id="{F7E8A7FB-81B3-43BD-A21D-20DD40FD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8959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8" name="">
            <a:extLst xmlns:a="http://schemas.openxmlformats.org/drawingml/2006/main">
              <a:ext uri="{FF2B5EF4-FFF2-40B4-BE49-F238E27FC236}">
                <a16:creationId xmlns:a16="http://schemas.microsoft.com/office/drawing/2014/main" id="{1E59BA7B-F9FD-40F8-A376-35954DDC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8959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9" name="">
            <a:extLst xmlns:a="http://schemas.openxmlformats.org/drawingml/2006/main">
              <a:ext uri="{FF2B5EF4-FFF2-40B4-BE49-F238E27FC236}">
                <a16:creationId xmlns:a16="http://schemas.microsoft.com/office/drawing/2014/main" id="{1CF357E9-C348-4AB6-906C-4EF3CFBA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8959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0" name="">
            <a:extLst xmlns:a="http://schemas.openxmlformats.org/drawingml/2006/main">
              <a:ext uri="{FF2B5EF4-FFF2-40B4-BE49-F238E27FC236}">
                <a16:creationId xmlns:a16="http://schemas.microsoft.com/office/drawing/2014/main" id="{E1389FD9-24C0-4C1E-BC02-EF7180C3A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959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1" name="">
            <a:extLst xmlns:a="http://schemas.openxmlformats.org/drawingml/2006/main">
              <a:ext uri="{FF2B5EF4-FFF2-40B4-BE49-F238E27FC236}">
                <a16:creationId xmlns:a16="http://schemas.microsoft.com/office/drawing/2014/main" id="{42938C4F-8A30-4492-B6CC-850EEA8C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8959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2" name="">
            <a:extLst xmlns:a="http://schemas.openxmlformats.org/drawingml/2006/main">
              <a:ext uri="{FF2B5EF4-FFF2-40B4-BE49-F238E27FC236}">
                <a16:creationId xmlns:a16="http://schemas.microsoft.com/office/drawing/2014/main" id="{C9269A65-FB36-4662-B85A-8C197CB8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8959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3" name="">
            <a:extLst xmlns:a="http://schemas.openxmlformats.org/drawingml/2006/main">
              <a:ext uri="{FF2B5EF4-FFF2-40B4-BE49-F238E27FC236}">
                <a16:creationId xmlns:a16="http://schemas.microsoft.com/office/drawing/2014/main" id="{05F1D0FC-8E02-4286-8875-D937E7E6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8959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4" name="">
            <a:extLst xmlns:a="http://schemas.openxmlformats.org/drawingml/2006/main">
              <a:ext uri="{FF2B5EF4-FFF2-40B4-BE49-F238E27FC236}">
                <a16:creationId xmlns:a16="http://schemas.microsoft.com/office/drawing/2014/main" id="{A212662E-808C-42D4-894F-0F15E411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8959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5" name="">
            <a:extLst xmlns:a="http://schemas.openxmlformats.org/drawingml/2006/main">
              <a:ext uri="{FF2B5EF4-FFF2-40B4-BE49-F238E27FC236}">
                <a16:creationId xmlns:a16="http://schemas.microsoft.com/office/drawing/2014/main" id="{4641CCAF-05F2-4D47-905F-1F7D57E4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8959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6" name="">
            <a:extLst xmlns:a="http://schemas.openxmlformats.org/drawingml/2006/main">
              <a:ext uri="{FF2B5EF4-FFF2-40B4-BE49-F238E27FC236}">
                <a16:creationId xmlns:a16="http://schemas.microsoft.com/office/drawing/2014/main" id="{FC9E4F66-5F2B-4409-A4F1-11635F0A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8959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7" name="">
            <a:extLst xmlns:a="http://schemas.openxmlformats.org/drawingml/2006/main">
              <a:ext uri="{FF2B5EF4-FFF2-40B4-BE49-F238E27FC236}">
                <a16:creationId xmlns:a16="http://schemas.microsoft.com/office/drawing/2014/main" id="{24B8F24B-AAF7-4B6E-96BF-24BDA1A6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8959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8" name="">
            <a:extLst xmlns:a="http://schemas.openxmlformats.org/drawingml/2006/main">
              <a:ext uri="{FF2B5EF4-FFF2-40B4-BE49-F238E27FC236}">
                <a16:creationId xmlns:a16="http://schemas.microsoft.com/office/drawing/2014/main" id="{799EFB42-FC0C-41CD-A15D-9FB067E4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8959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9" name="">
            <a:extLst xmlns:a="http://schemas.openxmlformats.org/drawingml/2006/main">
              <a:ext uri="{FF2B5EF4-FFF2-40B4-BE49-F238E27FC236}">
                <a16:creationId xmlns:a16="http://schemas.microsoft.com/office/drawing/2014/main" id="{2776D1E0-07E4-4A04-8F4D-84B7D1FE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8959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0" name="">
            <a:extLst xmlns:a="http://schemas.openxmlformats.org/drawingml/2006/main">
              <a:ext uri="{FF2B5EF4-FFF2-40B4-BE49-F238E27FC236}">
                <a16:creationId xmlns:a16="http://schemas.microsoft.com/office/drawing/2014/main" id="{086B3F1E-976D-467D-AAC0-2E6AE9094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8959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1" name="">
            <a:extLst xmlns:a="http://schemas.openxmlformats.org/drawingml/2006/main">
              <a:ext uri="{FF2B5EF4-FFF2-40B4-BE49-F238E27FC236}">
                <a16:creationId xmlns:a16="http://schemas.microsoft.com/office/drawing/2014/main" id="{547971D8-8836-448A-AE93-DC6DBB28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8959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2" name="">
            <a:extLst xmlns:a="http://schemas.openxmlformats.org/drawingml/2006/main">
              <a:ext uri="{FF2B5EF4-FFF2-40B4-BE49-F238E27FC236}">
                <a16:creationId xmlns:a16="http://schemas.microsoft.com/office/drawing/2014/main" id="{FC8DB37E-0D1A-449F-90F5-D0608B12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8959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3" name="">
            <a:extLst xmlns:a="http://schemas.openxmlformats.org/drawingml/2006/main">
              <a:ext uri="{FF2B5EF4-FFF2-40B4-BE49-F238E27FC236}">
                <a16:creationId xmlns:a16="http://schemas.microsoft.com/office/drawing/2014/main" id="{6FB8F785-51F9-4836-B57E-DE389447F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8959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4" name="">
            <a:extLst xmlns:a="http://schemas.openxmlformats.org/drawingml/2006/main">
              <a:ext uri="{FF2B5EF4-FFF2-40B4-BE49-F238E27FC236}">
                <a16:creationId xmlns:a16="http://schemas.microsoft.com/office/drawing/2014/main" id="{CF9AEE6B-598B-4240-ADC2-E60856F9B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8959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5" name="">
            <a:extLst xmlns:a="http://schemas.openxmlformats.org/drawingml/2006/main">
              <a:ext uri="{FF2B5EF4-FFF2-40B4-BE49-F238E27FC236}">
                <a16:creationId xmlns:a16="http://schemas.microsoft.com/office/drawing/2014/main" id="{D61F5C52-DF0D-42A7-B2F9-66F81F208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8959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6" name="">
            <a:extLst xmlns:a="http://schemas.openxmlformats.org/drawingml/2006/main">
              <a:ext uri="{FF2B5EF4-FFF2-40B4-BE49-F238E27FC236}">
                <a16:creationId xmlns:a16="http://schemas.microsoft.com/office/drawing/2014/main" id="{96B89FFB-F6C3-4FB4-884A-EF0AF972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8959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7" name="">
            <a:extLst xmlns:a="http://schemas.openxmlformats.org/drawingml/2006/main">
              <a:ext uri="{FF2B5EF4-FFF2-40B4-BE49-F238E27FC236}">
                <a16:creationId xmlns:a16="http://schemas.microsoft.com/office/drawing/2014/main" id="{7C754A1F-CC76-4C1D-A568-F057FA1D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9817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8" name="">
            <a:extLst xmlns:a="http://schemas.openxmlformats.org/drawingml/2006/main">
              <a:ext uri="{FF2B5EF4-FFF2-40B4-BE49-F238E27FC236}">
                <a16:creationId xmlns:a16="http://schemas.microsoft.com/office/drawing/2014/main" id="{F4EA5EE9-A44C-457E-B2BA-2E685BFC7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9817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9" name="">
            <a:extLst xmlns:a="http://schemas.openxmlformats.org/drawingml/2006/main">
              <a:ext uri="{FF2B5EF4-FFF2-40B4-BE49-F238E27FC236}">
                <a16:creationId xmlns:a16="http://schemas.microsoft.com/office/drawing/2014/main" id="{25F843CC-6AE5-4E84-A524-BA9A4AF96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9817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0" name="">
            <a:extLst xmlns:a="http://schemas.openxmlformats.org/drawingml/2006/main">
              <a:ext uri="{FF2B5EF4-FFF2-40B4-BE49-F238E27FC236}">
                <a16:creationId xmlns:a16="http://schemas.microsoft.com/office/drawing/2014/main" id="{24A6D306-A92E-40E0-BFF3-492310FF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9817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1" name="">
            <a:extLst xmlns:a="http://schemas.openxmlformats.org/drawingml/2006/main">
              <a:ext uri="{FF2B5EF4-FFF2-40B4-BE49-F238E27FC236}">
                <a16:creationId xmlns:a16="http://schemas.microsoft.com/office/drawing/2014/main" id="{38D57FD8-2D5E-4E5B-92DB-B7C0CA74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9817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2" name="">
            <a:extLst xmlns:a="http://schemas.openxmlformats.org/drawingml/2006/main">
              <a:ext uri="{FF2B5EF4-FFF2-40B4-BE49-F238E27FC236}">
                <a16:creationId xmlns:a16="http://schemas.microsoft.com/office/drawing/2014/main" id="{686156B6-C1EF-480C-A4E3-84110C00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9817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3" name="">
            <a:extLst xmlns:a="http://schemas.openxmlformats.org/drawingml/2006/main">
              <a:ext uri="{FF2B5EF4-FFF2-40B4-BE49-F238E27FC236}">
                <a16:creationId xmlns:a16="http://schemas.microsoft.com/office/drawing/2014/main" id="{C8F82893-0000-414F-B0F6-051E2925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9817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4" name="">
            <a:extLst xmlns:a="http://schemas.openxmlformats.org/drawingml/2006/main">
              <a:ext uri="{FF2B5EF4-FFF2-40B4-BE49-F238E27FC236}">
                <a16:creationId xmlns:a16="http://schemas.microsoft.com/office/drawing/2014/main" id="{899C242E-E61A-402D-8C98-2A2BD024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9817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5" name="">
            <a:extLst xmlns:a="http://schemas.openxmlformats.org/drawingml/2006/main">
              <a:ext uri="{FF2B5EF4-FFF2-40B4-BE49-F238E27FC236}">
                <a16:creationId xmlns:a16="http://schemas.microsoft.com/office/drawing/2014/main" id="{39523344-19EA-4995-88B4-873CC945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9817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6" name="">
            <a:extLst xmlns:a="http://schemas.openxmlformats.org/drawingml/2006/main">
              <a:ext uri="{FF2B5EF4-FFF2-40B4-BE49-F238E27FC236}">
                <a16:creationId xmlns:a16="http://schemas.microsoft.com/office/drawing/2014/main" id="{5754427C-548C-4E82-9008-4C579F27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9817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7" name="">
            <a:extLst xmlns:a="http://schemas.openxmlformats.org/drawingml/2006/main">
              <a:ext uri="{FF2B5EF4-FFF2-40B4-BE49-F238E27FC236}">
                <a16:creationId xmlns:a16="http://schemas.microsoft.com/office/drawing/2014/main" id="{9437B488-1B89-4EEA-8828-A61F2BA7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9817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8" name="">
            <a:extLst xmlns:a="http://schemas.openxmlformats.org/drawingml/2006/main">
              <a:ext uri="{FF2B5EF4-FFF2-40B4-BE49-F238E27FC236}">
                <a16:creationId xmlns:a16="http://schemas.microsoft.com/office/drawing/2014/main" id="{54CC420D-937C-48D4-A4E5-1908FA4C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9817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9" name="">
            <a:extLst xmlns:a="http://schemas.openxmlformats.org/drawingml/2006/main">
              <a:ext uri="{FF2B5EF4-FFF2-40B4-BE49-F238E27FC236}">
                <a16:creationId xmlns:a16="http://schemas.microsoft.com/office/drawing/2014/main" id="{7DA66435-1EAF-4E12-A299-BD5994F5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9817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0" name="">
            <a:extLst xmlns:a="http://schemas.openxmlformats.org/drawingml/2006/main">
              <a:ext uri="{FF2B5EF4-FFF2-40B4-BE49-F238E27FC236}">
                <a16:creationId xmlns:a16="http://schemas.microsoft.com/office/drawing/2014/main" id="{85B48531-8EB2-4C49-8728-9498B333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9817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1" name="">
            <a:extLst xmlns:a="http://schemas.openxmlformats.org/drawingml/2006/main">
              <a:ext uri="{FF2B5EF4-FFF2-40B4-BE49-F238E27FC236}">
                <a16:creationId xmlns:a16="http://schemas.microsoft.com/office/drawing/2014/main" id="{0DD333EC-C32E-4168-9971-1651BEA7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9817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2" name="">
            <a:extLst xmlns:a="http://schemas.openxmlformats.org/drawingml/2006/main">
              <a:ext uri="{FF2B5EF4-FFF2-40B4-BE49-F238E27FC236}">
                <a16:creationId xmlns:a16="http://schemas.microsoft.com/office/drawing/2014/main" id="{3E056B89-76A1-47AE-BDDC-B3AE59FC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9817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3" name="">
            <a:extLst xmlns:a="http://schemas.openxmlformats.org/drawingml/2006/main">
              <a:ext uri="{FF2B5EF4-FFF2-40B4-BE49-F238E27FC236}">
                <a16:creationId xmlns:a16="http://schemas.microsoft.com/office/drawing/2014/main" id="{6F40A5CF-C1C1-4686-A3AC-B0F23AA3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9817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4" name="">
            <a:extLst xmlns:a="http://schemas.openxmlformats.org/drawingml/2006/main">
              <a:ext uri="{FF2B5EF4-FFF2-40B4-BE49-F238E27FC236}">
                <a16:creationId xmlns:a16="http://schemas.microsoft.com/office/drawing/2014/main" id="{B7825A75-FC0D-4000-B72D-7962B4C2B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9817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5" name="">
            <a:extLst xmlns:a="http://schemas.openxmlformats.org/drawingml/2006/main">
              <a:ext uri="{FF2B5EF4-FFF2-40B4-BE49-F238E27FC236}">
                <a16:creationId xmlns:a16="http://schemas.microsoft.com/office/drawing/2014/main" id="{9492A4BA-F645-4D14-BBFA-23BB5D46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9817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6" name="">
            <a:extLst xmlns:a="http://schemas.openxmlformats.org/drawingml/2006/main">
              <a:ext uri="{FF2B5EF4-FFF2-40B4-BE49-F238E27FC236}">
                <a16:creationId xmlns:a16="http://schemas.microsoft.com/office/drawing/2014/main" id="{13783044-3F2B-47B8-958E-3AD7EF4B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9817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7" name="">
            <a:extLst xmlns:a="http://schemas.openxmlformats.org/drawingml/2006/main">
              <a:ext uri="{FF2B5EF4-FFF2-40B4-BE49-F238E27FC236}">
                <a16:creationId xmlns:a16="http://schemas.microsoft.com/office/drawing/2014/main" id="{28D51C04-8791-4F51-9F20-CA212C7F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9817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8" name="">
            <a:extLst xmlns:a="http://schemas.openxmlformats.org/drawingml/2006/main">
              <a:ext uri="{FF2B5EF4-FFF2-40B4-BE49-F238E27FC236}">
                <a16:creationId xmlns:a16="http://schemas.microsoft.com/office/drawing/2014/main" id="{44D0D39D-9E74-44C9-A185-6D4E76A9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9817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9" name="">
            <a:extLst xmlns:a="http://schemas.openxmlformats.org/drawingml/2006/main">
              <a:ext uri="{FF2B5EF4-FFF2-40B4-BE49-F238E27FC236}">
                <a16:creationId xmlns:a16="http://schemas.microsoft.com/office/drawing/2014/main" id="{E11A4976-A61A-4B4B-88B7-C24110E5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9817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0" name="">
            <a:extLst xmlns:a="http://schemas.openxmlformats.org/drawingml/2006/main">
              <a:ext uri="{FF2B5EF4-FFF2-40B4-BE49-F238E27FC236}">
                <a16:creationId xmlns:a16="http://schemas.microsoft.com/office/drawing/2014/main" id="{9F02D038-2811-4017-8159-117DC3C3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9817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1" name="">
            <a:extLst xmlns:a="http://schemas.openxmlformats.org/drawingml/2006/main">
              <a:ext uri="{FF2B5EF4-FFF2-40B4-BE49-F238E27FC236}">
                <a16:creationId xmlns:a16="http://schemas.microsoft.com/office/drawing/2014/main" id="{A1AB95ED-E10D-40B3-B707-D9E4DB69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60674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2" name="">
            <a:extLst xmlns:a="http://schemas.openxmlformats.org/drawingml/2006/main">
              <a:ext uri="{FF2B5EF4-FFF2-40B4-BE49-F238E27FC236}">
                <a16:creationId xmlns:a16="http://schemas.microsoft.com/office/drawing/2014/main" id="{10176F7F-75F0-491B-ABC3-323B37F5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60674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3" name="">
            <a:extLst xmlns:a="http://schemas.openxmlformats.org/drawingml/2006/main">
              <a:ext uri="{FF2B5EF4-FFF2-40B4-BE49-F238E27FC236}">
                <a16:creationId xmlns:a16="http://schemas.microsoft.com/office/drawing/2014/main" id="{BDBC9449-C7DE-4805-802B-C8CB941BC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0674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4" name="">
            <a:extLst xmlns:a="http://schemas.openxmlformats.org/drawingml/2006/main">
              <a:ext uri="{FF2B5EF4-FFF2-40B4-BE49-F238E27FC236}">
                <a16:creationId xmlns:a16="http://schemas.microsoft.com/office/drawing/2014/main" id="{B8590100-3DAA-4042-90DD-9582CAB24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0674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5" name="">
            <a:extLst xmlns:a="http://schemas.openxmlformats.org/drawingml/2006/main">
              <a:ext uri="{FF2B5EF4-FFF2-40B4-BE49-F238E27FC236}">
                <a16:creationId xmlns:a16="http://schemas.microsoft.com/office/drawing/2014/main" id="{FE207E4E-AB6D-44D3-AC7C-257464EEE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0674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6" name="">
            <a:extLst xmlns:a="http://schemas.openxmlformats.org/drawingml/2006/main">
              <a:ext uri="{FF2B5EF4-FFF2-40B4-BE49-F238E27FC236}">
                <a16:creationId xmlns:a16="http://schemas.microsoft.com/office/drawing/2014/main" id="{17179549-A557-434A-A916-CB19DE55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0674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7" name="">
            <a:extLst xmlns:a="http://schemas.openxmlformats.org/drawingml/2006/main">
              <a:ext uri="{FF2B5EF4-FFF2-40B4-BE49-F238E27FC236}">
                <a16:creationId xmlns:a16="http://schemas.microsoft.com/office/drawing/2014/main" id="{B1ABC32A-508B-4D97-ABEE-74CA1995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0674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8" name="">
            <a:extLst xmlns:a="http://schemas.openxmlformats.org/drawingml/2006/main">
              <a:ext uri="{FF2B5EF4-FFF2-40B4-BE49-F238E27FC236}">
                <a16:creationId xmlns:a16="http://schemas.microsoft.com/office/drawing/2014/main" id="{A2AFE8B4-89CB-42B8-85B6-3A202DF3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60674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9" name="">
            <a:extLst xmlns:a="http://schemas.openxmlformats.org/drawingml/2006/main">
              <a:ext uri="{FF2B5EF4-FFF2-40B4-BE49-F238E27FC236}">
                <a16:creationId xmlns:a16="http://schemas.microsoft.com/office/drawing/2014/main" id="{0EC7ADD5-20D2-4DBC-AE93-CE503EEA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0674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0" name="">
            <a:extLst xmlns:a="http://schemas.openxmlformats.org/drawingml/2006/main">
              <a:ext uri="{FF2B5EF4-FFF2-40B4-BE49-F238E27FC236}">
                <a16:creationId xmlns:a16="http://schemas.microsoft.com/office/drawing/2014/main" id="{0F855638-A929-459A-BAF9-49E9821B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0674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1" name="">
            <a:extLst xmlns:a="http://schemas.openxmlformats.org/drawingml/2006/main">
              <a:ext uri="{FF2B5EF4-FFF2-40B4-BE49-F238E27FC236}">
                <a16:creationId xmlns:a16="http://schemas.microsoft.com/office/drawing/2014/main" id="{B0D4E0EA-F88F-4FF6-82D3-0401D0ECD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0674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2" name="">
            <a:extLst xmlns:a="http://schemas.openxmlformats.org/drawingml/2006/main">
              <a:ext uri="{FF2B5EF4-FFF2-40B4-BE49-F238E27FC236}">
                <a16:creationId xmlns:a16="http://schemas.microsoft.com/office/drawing/2014/main" id="{92E5E011-442B-46B3-9275-7852A66F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60674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3" name="">
            <a:extLst xmlns:a="http://schemas.openxmlformats.org/drawingml/2006/main">
              <a:ext uri="{FF2B5EF4-FFF2-40B4-BE49-F238E27FC236}">
                <a16:creationId xmlns:a16="http://schemas.microsoft.com/office/drawing/2014/main" id="{B32B5C36-6F97-4FEA-BFDA-F72CB114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60674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4" name="">
            <a:extLst xmlns:a="http://schemas.openxmlformats.org/drawingml/2006/main">
              <a:ext uri="{FF2B5EF4-FFF2-40B4-BE49-F238E27FC236}">
                <a16:creationId xmlns:a16="http://schemas.microsoft.com/office/drawing/2014/main" id="{993EE04B-4749-4381-A65E-B6375DFC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60674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5" name="">
            <a:extLst xmlns:a="http://schemas.openxmlformats.org/drawingml/2006/main">
              <a:ext uri="{FF2B5EF4-FFF2-40B4-BE49-F238E27FC236}">
                <a16:creationId xmlns:a16="http://schemas.microsoft.com/office/drawing/2014/main" id="{5672D785-B2B6-469F-B2B9-EF5BFFA2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0674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6" name="">
            <a:extLst xmlns:a="http://schemas.openxmlformats.org/drawingml/2006/main">
              <a:ext uri="{FF2B5EF4-FFF2-40B4-BE49-F238E27FC236}">
                <a16:creationId xmlns:a16="http://schemas.microsoft.com/office/drawing/2014/main" id="{A49F781F-D4EF-439E-9DC9-E60DAC81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60674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7" name="">
            <a:extLst xmlns:a="http://schemas.openxmlformats.org/drawingml/2006/main">
              <a:ext uri="{FF2B5EF4-FFF2-40B4-BE49-F238E27FC236}">
                <a16:creationId xmlns:a16="http://schemas.microsoft.com/office/drawing/2014/main" id="{AE673A6A-3CA1-4E6E-BD9C-61474435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0674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8" name="">
            <a:extLst xmlns:a="http://schemas.openxmlformats.org/drawingml/2006/main">
              <a:ext uri="{FF2B5EF4-FFF2-40B4-BE49-F238E27FC236}">
                <a16:creationId xmlns:a16="http://schemas.microsoft.com/office/drawing/2014/main" id="{312947C0-A50F-4A5E-B70A-0A171B672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0674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9" name="">
            <a:extLst xmlns:a="http://schemas.openxmlformats.org/drawingml/2006/main">
              <a:ext uri="{FF2B5EF4-FFF2-40B4-BE49-F238E27FC236}">
                <a16:creationId xmlns:a16="http://schemas.microsoft.com/office/drawing/2014/main" id="{22BE2CDD-AAA9-4E58-A59C-F8D927B8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0674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0" name="">
            <a:extLst xmlns:a="http://schemas.openxmlformats.org/drawingml/2006/main">
              <a:ext uri="{FF2B5EF4-FFF2-40B4-BE49-F238E27FC236}">
                <a16:creationId xmlns:a16="http://schemas.microsoft.com/office/drawing/2014/main" id="{6095052A-6567-4346-A03D-D63DCFBD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0674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1" name="">
            <a:extLst xmlns:a="http://schemas.openxmlformats.org/drawingml/2006/main">
              <a:ext uri="{FF2B5EF4-FFF2-40B4-BE49-F238E27FC236}">
                <a16:creationId xmlns:a16="http://schemas.microsoft.com/office/drawing/2014/main" id="{DF98ADA9-22AC-496F-8C97-86B965FCE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0674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2" name="">
            <a:extLst xmlns:a="http://schemas.openxmlformats.org/drawingml/2006/main">
              <a:ext uri="{FF2B5EF4-FFF2-40B4-BE49-F238E27FC236}">
                <a16:creationId xmlns:a16="http://schemas.microsoft.com/office/drawing/2014/main" id="{EFCA3318-680C-47A6-A5CF-F7E1980C1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0674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3" name="">
            <a:extLst xmlns:a="http://schemas.openxmlformats.org/drawingml/2006/main">
              <a:ext uri="{FF2B5EF4-FFF2-40B4-BE49-F238E27FC236}">
                <a16:creationId xmlns:a16="http://schemas.microsoft.com/office/drawing/2014/main" id="{83148EE8-8FEA-441E-A1C9-6DE61278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0674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4" name="">
            <a:extLst xmlns:a="http://schemas.openxmlformats.org/drawingml/2006/main">
              <a:ext uri="{FF2B5EF4-FFF2-40B4-BE49-F238E27FC236}">
                <a16:creationId xmlns:a16="http://schemas.microsoft.com/office/drawing/2014/main" id="{6A97D601-CEEB-4C0E-8780-FEC5D604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60674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5" name="">
            <a:extLst xmlns:a="http://schemas.openxmlformats.org/drawingml/2006/main">
              <a:ext uri="{FF2B5EF4-FFF2-40B4-BE49-F238E27FC236}">
                <a16:creationId xmlns:a16="http://schemas.microsoft.com/office/drawing/2014/main" id="{E726AB85-E5E9-40E0-8872-2CE4AAB6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61531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6" name="">
            <a:extLst xmlns:a="http://schemas.openxmlformats.org/drawingml/2006/main">
              <a:ext uri="{FF2B5EF4-FFF2-40B4-BE49-F238E27FC236}">
                <a16:creationId xmlns:a16="http://schemas.microsoft.com/office/drawing/2014/main" id="{C81B36A0-B2D1-403A-9EAA-97AF6B4F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61531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7" name="">
            <a:extLst xmlns:a="http://schemas.openxmlformats.org/drawingml/2006/main">
              <a:ext uri="{FF2B5EF4-FFF2-40B4-BE49-F238E27FC236}">
                <a16:creationId xmlns:a16="http://schemas.microsoft.com/office/drawing/2014/main" id="{3B0BC0B4-F03B-4A5E-A1A4-786BD585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1531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8" name="">
            <a:extLst xmlns:a="http://schemas.openxmlformats.org/drawingml/2006/main">
              <a:ext uri="{FF2B5EF4-FFF2-40B4-BE49-F238E27FC236}">
                <a16:creationId xmlns:a16="http://schemas.microsoft.com/office/drawing/2014/main" id="{3F77BBF6-FBB3-409E-A42A-F1238236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1531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9" name="">
            <a:extLst xmlns:a="http://schemas.openxmlformats.org/drawingml/2006/main">
              <a:ext uri="{FF2B5EF4-FFF2-40B4-BE49-F238E27FC236}">
                <a16:creationId xmlns:a16="http://schemas.microsoft.com/office/drawing/2014/main" id="{CDE12B5C-9776-40A2-B68D-B01B446F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1531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0" name="">
            <a:extLst xmlns:a="http://schemas.openxmlformats.org/drawingml/2006/main">
              <a:ext uri="{FF2B5EF4-FFF2-40B4-BE49-F238E27FC236}">
                <a16:creationId xmlns:a16="http://schemas.microsoft.com/office/drawing/2014/main" id="{3C8B41B6-9361-4B15-B8D9-004B23CF7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1531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1" name="">
            <a:extLst xmlns:a="http://schemas.openxmlformats.org/drawingml/2006/main">
              <a:ext uri="{FF2B5EF4-FFF2-40B4-BE49-F238E27FC236}">
                <a16:creationId xmlns:a16="http://schemas.microsoft.com/office/drawing/2014/main" id="{9057E77A-46A9-48FF-9D34-F3A1B363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1531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2" name="">
            <a:extLst xmlns:a="http://schemas.openxmlformats.org/drawingml/2006/main">
              <a:ext uri="{FF2B5EF4-FFF2-40B4-BE49-F238E27FC236}">
                <a16:creationId xmlns:a16="http://schemas.microsoft.com/office/drawing/2014/main" id="{F0857792-7809-436E-B1E1-0E105EC7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61531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3" name="">
            <a:extLst xmlns:a="http://schemas.openxmlformats.org/drawingml/2006/main">
              <a:ext uri="{FF2B5EF4-FFF2-40B4-BE49-F238E27FC236}">
                <a16:creationId xmlns:a16="http://schemas.microsoft.com/office/drawing/2014/main" id="{C4A05B56-4BF4-411D-9DAB-22513AF5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1531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4" name="">
            <a:extLst xmlns:a="http://schemas.openxmlformats.org/drawingml/2006/main">
              <a:ext uri="{FF2B5EF4-FFF2-40B4-BE49-F238E27FC236}">
                <a16:creationId xmlns:a16="http://schemas.microsoft.com/office/drawing/2014/main" id="{8EC039DF-49B9-405A-AFA6-9EB6E4B1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1531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5" name="">
            <a:extLst xmlns:a="http://schemas.openxmlformats.org/drawingml/2006/main">
              <a:ext uri="{FF2B5EF4-FFF2-40B4-BE49-F238E27FC236}">
                <a16:creationId xmlns:a16="http://schemas.microsoft.com/office/drawing/2014/main" id="{14C6EC64-C115-4D9E-BA1F-F2BC0EAED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1531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6" name="">
            <a:extLst xmlns:a="http://schemas.openxmlformats.org/drawingml/2006/main">
              <a:ext uri="{FF2B5EF4-FFF2-40B4-BE49-F238E27FC236}">
                <a16:creationId xmlns:a16="http://schemas.microsoft.com/office/drawing/2014/main" id="{3185A62D-6A70-408F-A2EF-4CE12981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61531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7" name="">
            <a:extLst xmlns:a="http://schemas.openxmlformats.org/drawingml/2006/main">
              <a:ext uri="{FF2B5EF4-FFF2-40B4-BE49-F238E27FC236}">
                <a16:creationId xmlns:a16="http://schemas.microsoft.com/office/drawing/2014/main" id="{E6A0795E-D89D-4505-8EAE-49D53CD7A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61531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8" name="">
            <a:extLst xmlns:a="http://schemas.openxmlformats.org/drawingml/2006/main">
              <a:ext uri="{FF2B5EF4-FFF2-40B4-BE49-F238E27FC236}">
                <a16:creationId xmlns:a16="http://schemas.microsoft.com/office/drawing/2014/main" id="{959DAA81-BCA8-40F7-957B-89FA7B66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61531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9" name="">
            <a:extLst xmlns:a="http://schemas.openxmlformats.org/drawingml/2006/main">
              <a:ext uri="{FF2B5EF4-FFF2-40B4-BE49-F238E27FC236}">
                <a16:creationId xmlns:a16="http://schemas.microsoft.com/office/drawing/2014/main" id="{675846FB-C9FF-4AA3-B35E-AA3DA3F4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1531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0" name="">
            <a:extLst xmlns:a="http://schemas.openxmlformats.org/drawingml/2006/main">
              <a:ext uri="{FF2B5EF4-FFF2-40B4-BE49-F238E27FC236}">
                <a16:creationId xmlns:a16="http://schemas.microsoft.com/office/drawing/2014/main" id="{4C7B76FF-D799-48CA-AF0A-D20EBC3F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61531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1" name="">
            <a:extLst xmlns:a="http://schemas.openxmlformats.org/drawingml/2006/main">
              <a:ext uri="{FF2B5EF4-FFF2-40B4-BE49-F238E27FC236}">
                <a16:creationId xmlns:a16="http://schemas.microsoft.com/office/drawing/2014/main" id="{A2C81592-E192-49D0-978B-2E808969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1531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2" name="">
            <a:extLst xmlns:a="http://schemas.openxmlformats.org/drawingml/2006/main">
              <a:ext uri="{FF2B5EF4-FFF2-40B4-BE49-F238E27FC236}">
                <a16:creationId xmlns:a16="http://schemas.microsoft.com/office/drawing/2014/main" id="{518635B1-6B7B-47B9-8B29-4E05CB1A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1531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3" name="">
            <a:extLst xmlns:a="http://schemas.openxmlformats.org/drawingml/2006/main">
              <a:ext uri="{FF2B5EF4-FFF2-40B4-BE49-F238E27FC236}">
                <a16:creationId xmlns:a16="http://schemas.microsoft.com/office/drawing/2014/main" id="{3CC11D57-C45C-4674-9BC4-A2B57ADF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1531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4" name="">
            <a:extLst xmlns:a="http://schemas.openxmlformats.org/drawingml/2006/main">
              <a:ext uri="{FF2B5EF4-FFF2-40B4-BE49-F238E27FC236}">
                <a16:creationId xmlns:a16="http://schemas.microsoft.com/office/drawing/2014/main" id="{ECCEDC34-F194-45B3-9EEA-9B4196EE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1531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5" name="">
            <a:extLst xmlns:a="http://schemas.openxmlformats.org/drawingml/2006/main">
              <a:ext uri="{FF2B5EF4-FFF2-40B4-BE49-F238E27FC236}">
                <a16:creationId xmlns:a16="http://schemas.microsoft.com/office/drawing/2014/main" id="{AE58BADB-DFF5-4ECE-A9BA-71626B82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1531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6" name="">
            <a:extLst xmlns:a="http://schemas.openxmlformats.org/drawingml/2006/main">
              <a:ext uri="{FF2B5EF4-FFF2-40B4-BE49-F238E27FC236}">
                <a16:creationId xmlns:a16="http://schemas.microsoft.com/office/drawing/2014/main" id="{1B71002C-D2A2-48DE-B654-4FB56782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1531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7" name="">
            <a:extLst xmlns:a="http://schemas.openxmlformats.org/drawingml/2006/main">
              <a:ext uri="{FF2B5EF4-FFF2-40B4-BE49-F238E27FC236}">
                <a16:creationId xmlns:a16="http://schemas.microsoft.com/office/drawing/2014/main" id="{D5FE6BE9-5679-4EBA-8921-E34C45D36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1531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8" name="">
            <a:extLst xmlns:a="http://schemas.openxmlformats.org/drawingml/2006/main">
              <a:ext uri="{FF2B5EF4-FFF2-40B4-BE49-F238E27FC236}">
                <a16:creationId xmlns:a16="http://schemas.microsoft.com/office/drawing/2014/main" id="{4A580ADF-4D49-4209-B413-2DD6B0A8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61531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9" name="">
            <a:extLst xmlns:a="http://schemas.openxmlformats.org/drawingml/2006/main">
              <a:ext uri="{FF2B5EF4-FFF2-40B4-BE49-F238E27FC236}">
                <a16:creationId xmlns:a16="http://schemas.microsoft.com/office/drawing/2014/main" id="{669650E0-5AC4-438F-9BEC-3055FF243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62388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0" name="">
            <a:extLst xmlns:a="http://schemas.openxmlformats.org/drawingml/2006/main">
              <a:ext uri="{FF2B5EF4-FFF2-40B4-BE49-F238E27FC236}">
                <a16:creationId xmlns:a16="http://schemas.microsoft.com/office/drawing/2014/main" id="{BA8F930C-F029-4D37-8165-19D4D7EC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62388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1" name="">
            <a:extLst xmlns:a="http://schemas.openxmlformats.org/drawingml/2006/main">
              <a:ext uri="{FF2B5EF4-FFF2-40B4-BE49-F238E27FC236}">
                <a16:creationId xmlns:a16="http://schemas.microsoft.com/office/drawing/2014/main" id="{9F05355B-908F-487D-B98B-4518D31E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2388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2" name="">
            <a:extLst xmlns:a="http://schemas.openxmlformats.org/drawingml/2006/main">
              <a:ext uri="{FF2B5EF4-FFF2-40B4-BE49-F238E27FC236}">
                <a16:creationId xmlns:a16="http://schemas.microsoft.com/office/drawing/2014/main" id="{F748F5DA-376B-443F-930A-E3B53C36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2388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3" name="">
            <a:extLst xmlns:a="http://schemas.openxmlformats.org/drawingml/2006/main">
              <a:ext uri="{FF2B5EF4-FFF2-40B4-BE49-F238E27FC236}">
                <a16:creationId xmlns:a16="http://schemas.microsoft.com/office/drawing/2014/main" id="{6C6E05B5-D31F-4342-A553-6C8BD47B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2388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4" name="">
            <a:extLst xmlns:a="http://schemas.openxmlformats.org/drawingml/2006/main">
              <a:ext uri="{FF2B5EF4-FFF2-40B4-BE49-F238E27FC236}">
                <a16:creationId xmlns:a16="http://schemas.microsoft.com/office/drawing/2014/main" id="{41C2A6F5-78FD-4DBD-8BC9-6ECD6A7DA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2388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5" name="">
            <a:extLst xmlns:a="http://schemas.openxmlformats.org/drawingml/2006/main">
              <a:ext uri="{FF2B5EF4-FFF2-40B4-BE49-F238E27FC236}">
                <a16:creationId xmlns:a16="http://schemas.microsoft.com/office/drawing/2014/main" id="{E7E4F63D-E744-4DCD-8939-E37DB4882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2388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6" name="">
            <a:extLst xmlns:a="http://schemas.openxmlformats.org/drawingml/2006/main">
              <a:ext uri="{FF2B5EF4-FFF2-40B4-BE49-F238E27FC236}">
                <a16:creationId xmlns:a16="http://schemas.microsoft.com/office/drawing/2014/main" id="{F3FBF147-593B-433B-97B1-E0F0E5A5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62388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7" name="">
            <a:extLst xmlns:a="http://schemas.openxmlformats.org/drawingml/2006/main">
              <a:ext uri="{FF2B5EF4-FFF2-40B4-BE49-F238E27FC236}">
                <a16:creationId xmlns:a16="http://schemas.microsoft.com/office/drawing/2014/main" id="{3FB070CD-4038-435F-B28B-20632EE6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2388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8" name="">
            <a:extLst xmlns:a="http://schemas.openxmlformats.org/drawingml/2006/main">
              <a:ext uri="{FF2B5EF4-FFF2-40B4-BE49-F238E27FC236}">
                <a16:creationId xmlns:a16="http://schemas.microsoft.com/office/drawing/2014/main" id="{406725EF-A336-4D15-ADA7-9CC46CFC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2388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9" name="">
            <a:extLst xmlns:a="http://schemas.openxmlformats.org/drawingml/2006/main">
              <a:ext uri="{FF2B5EF4-FFF2-40B4-BE49-F238E27FC236}">
                <a16:creationId xmlns:a16="http://schemas.microsoft.com/office/drawing/2014/main" id="{3568364E-C3DA-42C1-93F0-32AD31CB7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88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0" name="">
            <a:extLst xmlns:a="http://schemas.openxmlformats.org/drawingml/2006/main">
              <a:ext uri="{FF2B5EF4-FFF2-40B4-BE49-F238E27FC236}">
                <a16:creationId xmlns:a16="http://schemas.microsoft.com/office/drawing/2014/main" id="{96857957-0684-4B1D-9B6C-180371596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62388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1" name="">
            <a:extLst xmlns:a="http://schemas.openxmlformats.org/drawingml/2006/main">
              <a:ext uri="{FF2B5EF4-FFF2-40B4-BE49-F238E27FC236}">
                <a16:creationId xmlns:a16="http://schemas.microsoft.com/office/drawing/2014/main" id="{DD76EC35-1198-4BF2-B972-389965F4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62388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2" name="">
            <a:extLst xmlns:a="http://schemas.openxmlformats.org/drawingml/2006/main">
              <a:ext uri="{FF2B5EF4-FFF2-40B4-BE49-F238E27FC236}">
                <a16:creationId xmlns:a16="http://schemas.microsoft.com/office/drawing/2014/main" id="{C4C7835C-B621-4432-A7B3-D23A7827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62388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3" name="">
            <a:extLst xmlns:a="http://schemas.openxmlformats.org/drawingml/2006/main">
              <a:ext uri="{FF2B5EF4-FFF2-40B4-BE49-F238E27FC236}">
                <a16:creationId xmlns:a16="http://schemas.microsoft.com/office/drawing/2014/main" id="{022B8526-6AF9-4816-8B95-690965DF2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2388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4" name="">
            <a:extLst xmlns:a="http://schemas.openxmlformats.org/drawingml/2006/main">
              <a:ext uri="{FF2B5EF4-FFF2-40B4-BE49-F238E27FC236}">
                <a16:creationId xmlns:a16="http://schemas.microsoft.com/office/drawing/2014/main" id="{B781BCBD-8603-4D14-AF75-2F9BC15F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62388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5" name="">
            <a:extLst xmlns:a="http://schemas.openxmlformats.org/drawingml/2006/main">
              <a:ext uri="{FF2B5EF4-FFF2-40B4-BE49-F238E27FC236}">
                <a16:creationId xmlns:a16="http://schemas.microsoft.com/office/drawing/2014/main" id="{B57CD192-4377-4338-933B-DDDBCD52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2388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6" name="">
            <a:extLst xmlns:a="http://schemas.openxmlformats.org/drawingml/2006/main">
              <a:ext uri="{FF2B5EF4-FFF2-40B4-BE49-F238E27FC236}">
                <a16:creationId xmlns:a16="http://schemas.microsoft.com/office/drawing/2014/main" id="{8CF07E5F-E14B-4EB5-B86D-6C6A10F6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2388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7" name="">
            <a:extLst xmlns:a="http://schemas.openxmlformats.org/drawingml/2006/main">
              <a:ext uri="{FF2B5EF4-FFF2-40B4-BE49-F238E27FC236}">
                <a16:creationId xmlns:a16="http://schemas.microsoft.com/office/drawing/2014/main" id="{22AE1616-5438-42BC-9FB4-DC893A2D8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388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8" name="">
            <a:extLst xmlns:a="http://schemas.openxmlformats.org/drawingml/2006/main">
              <a:ext uri="{FF2B5EF4-FFF2-40B4-BE49-F238E27FC236}">
                <a16:creationId xmlns:a16="http://schemas.microsoft.com/office/drawing/2014/main" id="{A1DAD8D0-6731-4DB6-BEFE-CA8CC3E4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2388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9" name="">
            <a:extLst xmlns:a="http://schemas.openxmlformats.org/drawingml/2006/main">
              <a:ext uri="{FF2B5EF4-FFF2-40B4-BE49-F238E27FC236}">
                <a16:creationId xmlns:a16="http://schemas.microsoft.com/office/drawing/2014/main" id="{9F11B8D1-9475-4B96-A3DA-98327BAA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2388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0" name="">
            <a:extLst xmlns:a="http://schemas.openxmlformats.org/drawingml/2006/main">
              <a:ext uri="{FF2B5EF4-FFF2-40B4-BE49-F238E27FC236}">
                <a16:creationId xmlns:a16="http://schemas.microsoft.com/office/drawing/2014/main" id="{D7EDBB06-B6F3-4F05-B275-BC9B1FC7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2388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1" name="">
            <a:extLst xmlns:a="http://schemas.openxmlformats.org/drawingml/2006/main">
              <a:ext uri="{FF2B5EF4-FFF2-40B4-BE49-F238E27FC236}">
                <a16:creationId xmlns:a16="http://schemas.microsoft.com/office/drawing/2014/main" id="{49F4872D-E194-4B79-970B-E763F34D8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2388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2" name="">
            <a:extLst xmlns:a="http://schemas.openxmlformats.org/drawingml/2006/main">
              <a:ext uri="{FF2B5EF4-FFF2-40B4-BE49-F238E27FC236}">
                <a16:creationId xmlns:a16="http://schemas.microsoft.com/office/drawing/2014/main" id="{EF22296A-6796-4212-9240-9186EDAE5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62388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3" name="">
            <a:extLst xmlns:a="http://schemas.openxmlformats.org/drawingml/2006/main">
              <a:ext uri="{FF2B5EF4-FFF2-40B4-BE49-F238E27FC236}">
                <a16:creationId xmlns:a16="http://schemas.microsoft.com/office/drawing/2014/main" id="{AD3A704A-E26B-42DA-944D-544E9AC9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63246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4" name="">
            <a:extLst xmlns:a="http://schemas.openxmlformats.org/drawingml/2006/main">
              <a:ext uri="{FF2B5EF4-FFF2-40B4-BE49-F238E27FC236}">
                <a16:creationId xmlns:a16="http://schemas.microsoft.com/office/drawing/2014/main" id="{2C5CCBCF-B3B0-41BA-812F-5F66D339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63246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5" name="">
            <a:extLst xmlns:a="http://schemas.openxmlformats.org/drawingml/2006/main">
              <a:ext uri="{FF2B5EF4-FFF2-40B4-BE49-F238E27FC236}">
                <a16:creationId xmlns:a16="http://schemas.microsoft.com/office/drawing/2014/main" id="{21149718-72C8-4C04-AC0C-F726C048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3246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6" name="">
            <a:extLst xmlns:a="http://schemas.openxmlformats.org/drawingml/2006/main">
              <a:ext uri="{FF2B5EF4-FFF2-40B4-BE49-F238E27FC236}">
                <a16:creationId xmlns:a16="http://schemas.microsoft.com/office/drawing/2014/main" id="{69D0E03E-AB7E-43B1-AEB7-29C394398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3246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7" name="">
            <a:extLst xmlns:a="http://schemas.openxmlformats.org/drawingml/2006/main">
              <a:ext uri="{FF2B5EF4-FFF2-40B4-BE49-F238E27FC236}">
                <a16:creationId xmlns:a16="http://schemas.microsoft.com/office/drawing/2014/main" id="{81BA3328-FC48-4DAB-BFC4-E82C3267D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3246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8" name="">
            <a:extLst xmlns:a="http://schemas.openxmlformats.org/drawingml/2006/main">
              <a:ext uri="{FF2B5EF4-FFF2-40B4-BE49-F238E27FC236}">
                <a16:creationId xmlns:a16="http://schemas.microsoft.com/office/drawing/2014/main" id="{6B400F3E-E334-4873-AB44-3A638A1D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3246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9" name="">
            <a:extLst xmlns:a="http://schemas.openxmlformats.org/drawingml/2006/main">
              <a:ext uri="{FF2B5EF4-FFF2-40B4-BE49-F238E27FC236}">
                <a16:creationId xmlns:a16="http://schemas.microsoft.com/office/drawing/2014/main" id="{6625FA76-4900-4985-9DDC-9B5148910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246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0" name="">
            <a:extLst xmlns:a="http://schemas.openxmlformats.org/drawingml/2006/main">
              <a:ext uri="{FF2B5EF4-FFF2-40B4-BE49-F238E27FC236}">
                <a16:creationId xmlns:a16="http://schemas.microsoft.com/office/drawing/2014/main" id="{B5CCFD79-4C55-4246-806B-B08F8CB5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63246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1" name="">
            <a:extLst xmlns:a="http://schemas.openxmlformats.org/drawingml/2006/main">
              <a:ext uri="{FF2B5EF4-FFF2-40B4-BE49-F238E27FC236}">
                <a16:creationId xmlns:a16="http://schemas.microsoft.com/office/drawing/2014/main" id="{DEF2705B-6B62-4633-95E1-96CF7F6E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3246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2" name="">
            <a:extLst xmlns:a="http://schemas.openxmlformats.org/drawingml/2006/main">
              <a:ext uri="{FF2B5EF4-FFF2-40B4-BE49-F238E27FC236}">
                <a16:creationId xmlns:a16="http://schemas.microsoft.com/office/drawing/2014/main" id="{A3A7897E-F1F2-421A-8259-FA5D64A1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3246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3" name="">
            <a:extLst xmlns:a="http://schemas.openxmlformats.org/drawingml/2006/main">
              <a:ext uri="{FF2B5EF4-FFF2-40B4-BE49-F238E27FC236}">
                <a16:creationId xmlns:a16="http://schemas.microsoft.com/office/drawing/2014/main" id="{09D08EEE-5939-4282-B104-2B296958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3246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4" name="">
            <a:extLst xmlns:a="http://schemas.openxmlformats.org/drawingml/2006/main">
              <a:ext uri="{FF2B5EF4-FFF2-40B4-BE49-F238E27FC236}">
                <a16:creationId xmlns:a16="http://schemas.microsoft.com/office/drawing/2014/main" id="{79CAA1CE-60EC-4794-86A5-E93F5DCB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63246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5" name="">
            <a:extLst xmlns:a="http://schemas.openxmlformats.org/drawingml/2006/main">
              <a:ext uri="{FF2B5EF4-FFF2-40B4-BE49-F238E27FC236}">
                <a16:creationId xmlns:a16="http://schemas.microsoft.com/office/drawing/2014/main" id="{D5BA408E-7D67-4E2C-8244-177F7FFD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63246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6" name="">
            <a:extLst xmlns:a="http://schemas.openxmlformats.org/drawingml/2006/main">
              <a:ext uri="{FF2B5EF4-FFF2-40B4-BE49-F238E27FC236}">
                <a16:creationId xmlns:a16="http://schemas.microsoft.com/office/drawing/2014/main" id="{C23CB169-0198-47E3-A927-33BE5E35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63246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7" name="">
            <a:extLst xmlns:a="http://schemas.openxmlformats.org/drawingml/2006/main">
              <a:ext uri="{FF2B5EF4-FFF2-40B4-BE49-F238E27FC236}">
                <a16:creationId xmlns:a16="http://schemas.microsoft.com/office/drawing/2014/main" id="{68706940-D8CA-4BF7-B796-8E87DB69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246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8" name="">
            <a:extLst xmlns:a="http://schemas.openxmlformats.org/drawingml/2006/main">
              <a:ext uri="{FF2B5EF4-FFF2-40B4-BE49-F238E27FC236}">
                <a16:creationId xmlns:a16="http://schemas.microsoft.com/office/drawing/2014/main" id="{6F811ED1-1455-476F-BBAB-B5E91E49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63246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9" name="">
            <a:extLst xmlns:a="http://schemas.openxmlformats.org/drawingml/2006/main">
              <a:ext uri="{FF2B5EF4-FFF2-40B4-BE49-F238E27FC236}">
                <a16:creationId xmlns:a16="http://schemas.microsoft.com/office/drawing/2014/main" id="{F321E73F-C461-473C-80C5-C39692C7E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246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0" name="">
            <a:extLst xmlns:a="http://schemas.openxmlformats.org/drawingml/2006/main">
              <a:ext uri="{FF2B5EF4-FFF2-40B4-BE49-F238E27FC236}">
                <a16:creationId xmlns:a16="http://schemas.microsoft.com/office/drawing/2014/main" id="{3BD59F69-539D-4B63-9755-5A3D21BD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246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1" name="">
            <a:extLst xmlns:a="http://schemas.openxmlformats.org/drawingml/2006/main">
              <a:ext uri="{FF2B5EF4-FFF2-40B4-BE49-F238E27FC236}">
                <a16:creationId xmlns:a16="http://schemas.microsoft.com/office/drawing/2014/main" id="{B44DC330-D81C-49ED-A0FE-58455F39E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2" name="">
            <a:extLst xmlns:a="http://schemas.openxmlformats.org/drawingml/2006/main">
              <a:ext uri="{FF2B5EF4-FFF2-40B4-BE49-F238E27FC236}">
                <a16:creationId xmlns:a16="http://schemas.microsoft.com/office/drawing/2014/main" id="{E0519096-F455-49EB-AFD1-16829D80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246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3" name="">
            <a:extLst xmlns:a="http://schemas.openxmlformats.org/drawingml/2006/main">
              <a:ext uri="{FF2B5EF4-FFF2-40B4-BE49-F238E27FC236}">
                <a16:creationId xmlns:a16="http://schemas.microsoft.com/office/drawing/2014/main" id="{4CD859DF-A669-4CC3-B71F-33267A34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246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4" name="">
            <a:extLst xmlns:a="http://schemas.openxmlformats.org/drawingml/2006/main">
              <a:ext uri="{FF2B5EF4-FFF2-40B4-BE49-F238E27FC236}">
                <a16:creationId xmlns:a16="http://schemas.microsoft.com/office/drawing/2014/main" id="{0A291068-B553-4042-874B-2473C083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3246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5" name="">
            <a:extLst xmlns:a="http://schemas.openxmlformats.org/drawingml/2006/main">
              <a:ext uri="{FF2B5EF4-FFF2-40B4-BE49-F238E27FC236}">
                <a16:creationId xmlns:a16="http://schemas.microsoft.com/office/drawing/2014/main" id="{C8661BD7-0253-4482-A710-1C327D5D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3246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6" name="">
            <a:extLst xmlns:a="http://schemas.openxmlformats.org/drawingml/2006/main">
              <a:ext uri="{FF2B5EF4-FFF2-40B4-BE49-F238E27FC236}">
                <a16:creationId xmlns:a16="http://schemas.microsoft.com/office/drawing/2014/main" id="{2B1CE783-1798-4F98-8C26-DFE4D3F5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63246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7" name="">
            <a:extLst xmlns:a="http://schemas.openxmlformats.org/drawingml/2006/main">
              <a:ext uri="{FF2B5EF4-FFF2-40B4-BE49-F238E27FC236}">
                <a16:creationId xmlns:a16="http://schemas.microsoft.com/office/drawing/2014/main" id="{27807278-49F6-4BDA-848E-121E0814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64103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8" name="">
            <a:extLst xmlns:a="http://schemas.openxmlformats.org/drawingml/2006/main">
              <a:ext uri="{FF2B5EF4-FFF2-40B4-BE49-F238E27FC236}">
                <a16:creationId xmlns:a16="http://schemas.microsoft.com/office/drawing/2014/main" id="{A91B09AA-BE3A-4EA6-AA9F-EB11F46D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64103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9" name="">
            <a:extLst xmlns:a="http://schemas.openxmlformats.org/drawingml/2006/main">
              <a:ext uri="{FF2B5EF4-FFF2-40B4-BE49-F238E27FC236}">
                <a16:creationId xmlns:a16="http://schemas.microsoft.com/office/drawing/2014/main" id="{1F7C8832-0D57-4093-A431-4FFA7F87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4103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0" name="">
            <a:extLst xmlns:a="http://schemas.openxmlformats.org/drawingml/2006/main">
              <a:ext uri="{FF2B5EF4-FFF2-40B4-BE49-F238E27FC236}">
                <a16:creationId xmlns:a16="http://schemas.microsoft.com/office/drawing/2014/main" id="{55EDBCD2-3CC4-4491-B87A-C48BC55B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4103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1" name="">
            <a:extLst xmlns:a="http://schemas.openxmlformats.org/drawingml/2006/main">
              <a:ext uri="{FF2B5EF4-FFF2-40B4-BE49-F238E27FC236}">
                <a16:creationId xmlns:a16="http://schemas.microsoft.com/office/drawing/2014/main" id="{E5449267-0DBA-448E-88B5-40C21BE8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103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2" name="">
            <a:extLst xmlns:a="http://schemas.openxmlformats.org/drawingml/2006/main">
              <a:ext uri="{FF2B5EF4-FFF2-40B4-BE49-F238E27FC236}">
                <a16:creationId xmlns:a16="http://schemas.microsoft.com/office/drawing/2014/main" id="{250F79BC-CCF2-46DB-AD41-AB69A109D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4103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3" name="">
            <a:extLst xmlns:a="http://schemas.openxmlformats.org/drawingml/2006/main">
              <a:ext uri="{FF2B5EF4-FFF2-40B4-BE49-F238E27FC236}">
                <a16:creationId xmlns:a16="http://schemas.microsoft.com/office/drawing/2014/main" id="{5D7EC064-E95A-49DD-8EB3-3AE8258C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4103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4" name="">
            <a:extLst xmlns:a="http://schemas.openxmlformats.org/drawingml/2006/main">
              <a:ext uri="{FF2B5EF4-FFF2-40B4-BE49-F238E27FC236}">
                <a16:creationId xmlns:a16="http://schemas.microsoft.com/office/drawing/2014/main" id="{4461F881-F9FE-4E88-8AF2-AFD4254D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64103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5" name="">
            <a:extLst xmlns:a="http://schemas.openxmlformats.org/drawingml/2006/main">
              <a:ext uri="{FF2B5EF4-FFF2-40B4-BE49-F238E27FC236}">
                <a16:creationId xmlns:a16="http://schemas.microsoft.com/office/drawing/2014/main" id="{737D3723-B4E0-4B43-B15C-E9B6ABD3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4103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6" name="">
            <a:extLst xmlns:a="http://schemas.openxmlformats.org/drawingml/2006/main">
              <a:ext uri="{FF2B5EF4-FFF2-40B4-BE49-F238E27FC236}">
                <a16:creationId xmlns:a16="http://schemas.microsoft.com/office/drawing/2014/main" id="{C8B29573-6550-4882-8DF1-CAA5791B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4103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7" name="">
            <a:extLst xmlns:a="http://schemas.openxmlformats.org/drawingml/2006/main">
              <a:ext uri="{FF2B5EF4-FFF2-40B4-BE49-F238E27FC236}">
                <a16:creationId xmlns:a16="http://schemas.microsoft.com/office/drawing/2014/main" id="{CC3CC3F6-2090-4DAB-88B8-0D271026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4103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8" name="">
            <a:extLst xmlns:a="http://schemas.openxmlformats.org/drawingml/2006/main">
              <a:ext uri="{FF2B5EF4-FFF2-40B4-BE49-F238E27FC236}">
                <a16:creationId xmlns:a16="http://schemas.microsoft.com/office/drawing/2014/main" id="{C411B54F-C170-4A23-B7B0-9E84699A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64103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9" name="">
            <a:extLst xmlns:a="http://schemas.openxmlformats.org/drawingml/2006/main">
              <a:ext uri="{FF2B5EF4-FFF2-40B4-BE49-F238E27FC236}">
                <a16:creationId xmlns:a16="http://schemas.microsoft.com/office/drawing/2014/main" id="{5815BB9B-E508-43C5-B5E8-E573604C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64103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0" name="">
            <a:extLst xmlns:a="http://schemas.openxmlformats.org/drawingml/2006/main">
              <a:ext uri="{FF2B5EF4-FFF2-40B4-BE49-F238E27FC236}">
                <a16:creationId xmlns:a16="http://schemas.microsoft.com/office/drawing/2014/main" id="{3D0F9F8A-3DE5-4E38-946C-28C9EDC3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64103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1" name="">
            <a:extLst xmlns:a="http://schemas.openxmlformats.org/drawingml/2006/main">
              <a:ext uri="{FF2B5EF4-FFF2-40B4-BE49-F238E27FC236}">
                <a16:creationId xmlns:a16="http://schemas.microsoft.com/office/drawing/2014/main" id="{FB9E3F1A-EBD6-46BE-BD4B-47099C2DB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2" name="">
            <a:extLst xmlns:a="http://schemas.openxmlformats.org/drawingml/2006/main">
              <a:ext uri="{FF2B5EF4-FFF2-40B4-BE49-F238E27FC236}">
                <a16:creationId xmlns:a16="http://schemas.microsoft.com/office/drawing/2014/main" id="{C062108C-4510-46DE-AED0-12B0669E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64103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3" name="">
            <a:extLst xmlns:a="http://schemas.openxmlformats.org/drawingml/2006/main">
              <a:ext uri="{FF2B5EF4-FFF2-40B4-BE49-F238E27FC236}">
                <a16:creationId xmlns:a16="http://schemas.microsoft.com/office/drawing/2014/main" id="{9F864012-AEB7-4DC7-A411-39FDE0C3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03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4" name="">
            <a:extLst xmlns:a="http://schemas.openxmlformats.org/drawingml/2006/main">
              <a:ext uri="{FF2B5EF4-FFF2-40B4-BE49-F238E27FC236}">
                <a16:creationId xmlns:a16="http://schemas.microsoft.com/office/drawing/2014/main" id="{24565D41-1BB7-49DD-A895-8703C54A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103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5" name="">
            <a:extLst xmlns:a="http://schemas.openxmlformats.org/drawingml/2006/main">
              <a:ext uri="{FF2B5EF4-FFF2-40B4-BE49-F238E27FC236}">
                <a16:creationId xmlns:a16="http://schemas.microsoft.com/office/drawing/2014/main" id="{896018AA-67BB-407D-9572-EFDF95AA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103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6" name="">
            <a:extLst xmlns:a="http://schemas.openxmlformats.org/drawingml/2006/main">
              <a:ext uri="{FF2B5EF4-FFF2-40B4-BE49-F238E27FC236}">
                <a16:creationId xmlns:a16="http://schemas.microsoft.com/office/drawing/2014/main" id="{7FEC41DB-4369-419B-B1CD-DDF55A62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03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7" name="">
            <a:extLst xmlns:a="http://schemas.openxmlformats.org/drawingml/2006/main">
              <a:ext uri="{FF2B5EF4-FFF2-40B4-BE49-F238E27FC236}">
                <a16:creationId xmlns:a16="http://schemas.microsoft.com/office/drawing/2014/main" id="{6CECC2B8-9790-41C3-8B76-45F72819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103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8" name="">
            <a:extLst xmlns:a="http://schemas.openxmlformats.org/drawingml/2006/main">
              <a:ext uri="{FF2B5EF4-FFF2-40B4-BE49-F238E27FC236}">
                <a16:creationId xmlns:a16="http://schemas.microsoft.com/office/drawing/2014/main" id="{D6261CBD-180D-444C-8B4C-8E550EA1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4103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9" name="">
            <a:extLst xmlns:a="http://schemas.openxmlformats.org/drawingml/2006/main">
              <a:ext uri="{FF2B5EF4-FFF2-40B4-BE49-F238E27FC236}">
                <a16:creationId xmlns:a16="http://schemas.microsoft.com/office/drawing/2014/main" id="{DC899765-B918-4E7E-8F04-941C45AA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4103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40" name="">
            <a:extLst xmlns:a="http://schemas.openxmlformats.org/drawingml/2006/main">
              <a:ext uri="{FF2B5EF4-FFF2-40B4-BE49-F238E27FC236}">
                <a16:creationId xmlns:a16="http://schemas.microsoft.com/office/drawing/2014/main" id="{E37EB109-5E95-41CF-9B35-5869F6F2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64103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41" name="">
            <a:extLst xmlns:a="http://schemas.openxmlformats.org/drawingml/2006/main">
              <a:ext uri="{FF2B5EF4-FFF2-40B4-BE49-F238E27FC236}">
                <a16:creationId xmlns:a16="http://schemas.microsoft.com/office/drawing/2014/main" id="{53BC8BBB-D020-4C72-94B8-8910A50D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C7C7C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C7C7C7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842" name="">
            <a:extLst xmlns:a="http://schemas.openxmlformats.org/drawingml/2006/main">
              <a:ext uri="{FF2B5EF4-FFF2-40B4-BE49-F238E27FC236}">
                <a16:creationId xmlns:a16="http://schemas.microsoft.com/office/drawing/2014/main" id="{34343EDE-3A35-4A77-85AE-53629961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15100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7C7C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C7C7C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3268439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CAECA8-4331-4709-95D9-EC3A6D29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76FC5A-5862-4C09-B7CB-896FD48F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72EADC-67A4-4A3F-803D-E783EDFD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A6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0FC5FF-F6C5-4D33-A0EB-DA2E62E89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8858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02124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02124"/>
                </a:solidFill>
                <a:latin typeface="Aptos Display"/>
                <a:ea typeface="Aptos Display"/>
                <a:cs typeface="Aptos Display"/>
              </a:rPr>
              <a:t>Proposal, authorization, execution, and observability are separated.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B9D07F-E9BB-493B-A18D-7C8C6A53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3547B5-108F-4015-B094-6120BEF48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15100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5237B3-5EF8-4DAD-94EC-4BB48143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13335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4481B6-1F0D-4179-AE5C-884785275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8763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CURRENT</a:t>
            </a:r>
          </a:p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SYSTEM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EBB875-B86B-4D05-A24B-C0FD82E2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895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DCDCD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CDCDC"/>
                </a:solidFill>
                <a:latin typeface="Aptos"/>
                <a:ea typeface="Aptos"/>
                <a:cs typeface="Aptos"/>
              </a:rPr>
              <a:t>AI proposes.</a:t>
            </a:r>
          </a:p>
          <a:p xmlns:a="http://schemas.openxmlformats.org/drawingml/2006/main">
            <a:pPr algn="ctr">
              <a:defRPr sz="863" b="0">
                <a:solidFill>
                  <a:srgbClr val="DCDCD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CDCDC"/>
                </a:solidFill>
                <a:latin typeface="Aptos"/>
                <a:ea typeface="Aptos"/>
                <a:cs typeface="Aptos"/>
              </a:rPr>
              <a:t>Users authorize.</a:t>
            </a:r>
          </a:p>
          <a:p xmlns:a="http://schemas.openxmlformats.org/drawingml/2006/main">
            <a:pPr algn="ctr">
              <a:defRPr sz="863" b="0">
                <a:solidFill>
                  <a:srgbClr val="DCDCD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CDCDC"/>
                </a:solidFill>
                <a:latin typeface="Aptos"/>
                <a:ea typeface="Aptos"/>
                <a:cs typeface="Aptos"/>
              </a:rPr>
              <a:t>Contracts enforce.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79CC1A-BEBE-4B4C-BFF8-A9576753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9621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8A6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15ACCF-110D-4D9D-BB06-3BC118E5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095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48A6B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2B845D-CB3A-4F4B-AC53-9113FD749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812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UI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396408-3B0E-4A8B-A059-B7ACA00A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1455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Frontend console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15BE85-DD04-491E-AD87-4E9416B32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71725"/>
            <a:ext cx="1314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Wallet connect, AI chat, templates, history and dashboard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815B35-4B39-480C-BA4F-1F3B9DAA0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12420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8A6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126976-6E96-4BA8-86BB-DDCF7817D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48A6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4458C3-98A2-4A86-9903-19825477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34327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EOA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2886A7-9C4A-4C9D-811C-D51A99D8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766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Wallet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72F867-CDAF-44C4-9953-713D2A15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33775"/>
            <a:ext cx="1314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EOA signatures or owner authorization for Agent Wallet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DEBCFC-C5BA-4B47-90EF-3685DB16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2880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7171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A161B9-8AF3-4633-A9B5-48C38AC6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962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7171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4DF939-3850-4AF6-AB00-1FFEAEE8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04787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164A98-549A-4B09-B394-DDDA9814A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98120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AI parser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57AAAA-E42D-4D75-A687-E0B83EC3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38375"/>
            <a:ext cx="1409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DeepSeek/OpenAI-compatible parsing into validated intents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004879-9AC4-4357-9177-887DD15E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3845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7171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5445FA-1163-4AE1-8383-08FDD759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971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7171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1DC9C5-F661-4CD4-AB27-8F882119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0575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PL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8A52C3-FBBD-4514-8462-88F9EE77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9908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Planner + batcher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F6A49C-6A26-4300-BD18-7C515243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48025"/>
            <a:ext cx="1409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Rebalance, ETH/USDC matching and batchGroupId packaging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D97F78-076F-4049-B56B-D7A1FD96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4810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7171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277699-5852-41D9-8640-535DE0F2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981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7171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3A22C2-D857-42D5-9961-F6A00ABB4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06717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WK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9DB5BD-3BCD-445D-A75F-C60987C9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00050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Coordinator worker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9DBB569-7681-48F4-8787-839ED2AF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257675"/>
            <a:ext cx="1409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Due scan, retry, receipt tracking, signed or Agent execution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5CB1A4-5C13-4475-AA75-60C82AFAA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57450"/>
            <a:ext cx="2095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A44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36C439B-BD59-4D7E-965E-90F2DBE5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90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9A44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0704BC-2915-4339-B8F0-CFF2C7758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765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D9A441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D9A441"/>
                </a:solidFill>
                <a:latin typeface="Aptos"/>
                <a:ea typeface="Aptos"/>
                <a:cs typeface="Aptos"/>
              </a:rPr>
              <a:t>DB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8D077A-B31A-4F1A-9DD0-BF637DF9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098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Supabase/Postgres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F526F4-05CB-4DFE-A8B6-D870409B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67025"/>
            <a:ext cx="1409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Coordinator jobs as primary store; intents and batches mirrored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991715-B609-4377-B696-B70DEECF0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057400"/>
            <a:ext cx="14097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7434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C9B841-75D6-4143-884A-2219E18D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190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C7434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3C09F5A-22D5-4322-961A-A17B3911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27647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C74343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C74343"/>
                </a:solidFill>
                <a:latin typeface="Aptos"/>
                <a:ea typeface="Aptos"/>
                <a:cs typeface="Aptos"/>
              </a:rPr>
              <a:t>SC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45DDC0-5E2A-4B5F-935C-90F23F00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209800"/>
            <a:ext cx="723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Smart contracts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C5A5B2-45D1-4DEA-8BB8-F611C95CF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66975"/>
            <a:ext cx="723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Registry, manager, batch executor, smart account, signed escrow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A1D406D-1319-40CB-BA1F-2AF43810A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390900"/>
            <a:ext cx="14097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7434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53CAFC6-6883-474F-B59D-F519FA42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524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C7434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A3FC8D9-5C4F-4AFE-8098-D2CE2696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60997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C74343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C74343"/>
                </a:solidFill>
                <a:latin typeface="Aptos"/>
                <a:ea typeface="Aptos"/>
                <a:cs typeface="Aptos"/>
              </a:rPr>
              <a:t>TX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EF9FD0F-A587-488E-AC41-E9D684D90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543300"/>
            <a:ext cx="723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Sepolia execution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E3CF5BD-6127-4CD0-A4DC-8E47BE52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800475"/>
            <a:ext cx="723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Wallet tx, signed scheduled call, or authorized Agent call</a:t>
            </a:r>
          </a:p>
        </p:txBody>
      </p:sp>
      <p:sp>
        <p:nvSpPr>
          <p:cNvPr id="50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F7B3AB46-1F74-4C85-BE04-0045584E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38375"/>
            <a:ext cx="4953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8A6B8"/>
          </a:solidFill>
          <a:ln xmlns:a="http://schemas.openxmlformats.org/drawingml/2006/main" w="0">
            <a:solidFill>
              <a:srgbClr val="48A6B8"/>
            </a:solidFill>
            <a:prstDash val="solid"/>
          </a:ln>
        </p:spPr>
      </p:sp>
      <p:sp>
        <p:nvSpPr>
          <p:cNvPr id="51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FE0377EC-8410-46D3-83FD-B404A53D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29050"/>
            <a:ext cx="4953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8A6B8"/>
          </a:solidFill>
          <a:ln xmlns:a="http://schemas.openxmlformats.org/drawingml/2006/main" w="0">
            <a:solidFill>
              <a:srgbClr val="48A6B8"/>
            </a:solidFill>
            <a:prstDash val="solid"/>
          </a:ln>
        </p:spPr>
      </p:sp>
      <p:sp>
        <p:nvSpPr>
          <p:cNvPr id="52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67A9534E-CF52-4B3A-90EA-5E2A49FA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00375"/>
            <a:ext cx="5334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</p:sp>
      <p:sp>
        <p:nvSpPr>
          <p:cNvPr id="53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F6F91F97-6ECC-49A9-886B-F86CA0996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33663"/>
            <a:ext cx="3238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D9A441"/>
            </a:solidFill>
            <a:prstDash val="solid"/>
          </a:ln>
        </p:spPr>
      </p:sp>
      <p:sp>
        <p:nvSpPr>
          <p:cNvPr id="54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5996667E-49A6-47A4-BE6A-5A65B8F11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300413"/>
            <a:ext cx="3238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D9A441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4D37290-8B55-43EE-9A51-0473478B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219700"/>
            <a:ext cx="9410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C4E7006-1669-45EB-9140-550EB2074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372100"/>
            <a:ext cx="876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163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The AI layer never bypasses authorization; it only creates structured proposals that users or bounded Agent permissions approve.</a:t>
            </a:r>
          </a:p>
        </p:txBody>
      </p:sp>
    </p:spTree>
    <p:extLst>
      <p:ext uri="{BB962C8B-B14F-4D97-AF65-F5344CB8AC3E}">
        <p14:creationId xmlns:p14="http://schemas.microsoft.com/office/powerpoint/2010/main" val="19306030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4C9DAE-3F54-4A98-9A86-B007B72D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A35DC1-8AC3-4821-88B4-92D9724A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EXECUTION LIFECYCLE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44F1DC-9851-4D76-B57B-9855EAA0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A6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1B1C81-FE97-42E6-B1B1-A519DF84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8858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02124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02124"/>
                </a:solidFill>
                <a:latin typeface="Aptos Display"/>
                <a:ea typeface="Aptos Display"/>
                <a:cs typeface="Aptos Display"/>
              </a:rPr>
              <a:t>Each on-chain action starts as a validated intent and ends as a tracked receipt.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7CCB5C-C2A6-40AD-84E4-54B823C7E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A0F763-6831-456D-867B-5A042979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15100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A94D11-AF8E-4EE8-BC4A-7E67CC10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1428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8A6B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3A1550-D7FD-438F-A911-464A18917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90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48A6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DE3839-A98C-48AD-BCA1-ABBFD9ED2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765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682B76-3041-4E14-B488-F44781AB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09850"/>
            <a:ext cx="742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Prompt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E69C14-6B0B-4412-9910-B7C45FD2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67025"/>
            <a:ext cx="74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User describes transfer, swap, rebalance or schedule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A044F2-A65E-4001-82BF-3A02F4AE9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457450"/>
            <a:ext cx="1428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7171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99A532-E5E7-4774-A63D-48D2F0C7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2590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7171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E3C148-33EE-45E8-980C-FDD65627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26765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B8CAF0-4B78-4719-B739-CDA481A2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609850"/>
            <a:ext cx="742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Parse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6BA9D6-D36E-4296-B470-4DD306C34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867025"/>
            <a:ext cx="74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AI proposal is normalized and schema-validated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52B9F6-D1CB-45D7-BBEC-39ABF9A57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57450"/>
            <a:ext cx="1428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A44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DDC659-08FF-4B5D-8691-308CE037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90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9A44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521BFC-8DCE-4BC1-9E57-8C5DFDCB9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765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D9A441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D9A441"/>
                </a:solidFill>
                <a:latin typeface="Aptos"/>
                <a:ea typeface="Aptos"/>
                <a:cs typeface="Aptos"/>
              </a:rPr>
              <a:t>SIG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B86487-E8FB-4B0B-982F-6033F156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609850"/>
            <a:ext cx="742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Authorize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8B4032-ED3F-4497-932F-6BD40F27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67025"/>
            <a:ext cx="74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Wallet tx, EIP-712 signature, or Agent permission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B0D7CE-2A34-46FA-9C21-0E452CD7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457450"/>
            <a:ext cx="1428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A44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8878A7-AFE5-483D-BA34-476F57A8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590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9A44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E3E5B7-87E6-4375-AFD6-EF0DDA03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6765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D9A441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D9A441"/>
                </a:solidFill>
                <a:latin typeface="Aptos"/>
                <a:ea typeface="Aptos"/>
                <a:cs typeface="Aptos"/>
              </a:rPr>
              <a:t>JOB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62C7C3-044C-4A0C-831F-FF874503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609850"/>
            <a:ext cx="742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Store job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282083-160C-427A-AFE0-D01F4F15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867025"/>
            <a:ext cx="74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Coordinator job is queued with runAt and payload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8CCA79-0D7B-4D6A-915D-A5B8606F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57450"/>
            <a:ext cx="1428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7434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3881A5-A5FB-4477-94B5-B689949B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90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C7434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1D4AC6-4856-4F5D-A6AC-EA92EC2C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6765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C74343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C74343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CC4723-9DA5-4FE7-A8C6-8BF3AD38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09850"/>
            <a:ext cx="742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Execute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66636B-30B5-43C5-A092-BF644B12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67025"/>
            <a:ext cx="74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Worker submits single or batched transaction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AF1DBA-E158-483E-AAD5-FECC30A3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457450"/>
            <a:ext cx="1428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8A6B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4B32F8-1723-409C-B94C-1449E89B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590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48A6B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5FDBFC-50AC-47EB-B620-8430A343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6765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OBS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58B438-D63C-4853-9F88-D25C7327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609850"/>
            <a:ext cx="742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0CC9AD-FFF7-4379-B92F-2B4407F6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867025"/>
            <a:ext cx="74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Receipt updates history, dashboard and metrics</a:t>
            </a:r>
          </a:p>
        </p:txBody>
      </p:sp>
      <p:sp>
        <p:nvSpPr>
          <p:cNvPr id="37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6C04490A-4FF9-4950-8CD7-738FF3CA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924175"/>
            <a:ext cx="257175" cy="571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4B4B"/>
          </a:solidFill>
          <a:ln xmlns:a="http://schemas.openxmlformats.org/drawingml/2006/main" w="0">
            <a:solidFill>
              <a:srgbClr val="4B4B4B"/>
            </a:solidFill>
            <a:prstDash val="solid"/>
          </a:ln>
        </p:spPr>
      </p:sp>
      <p:sp>
        <p:nvSpPr>
          <p:cNvPr id="38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70685CC5-7F71-4A84-A8EE-DCA05609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924175"/>
            <a:ext cx="257175" cy="571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4B4B"/>
          </a:solidFill>
          <a:ln xmlns:a="http://schemas.openxmlformats.org/drawingml/2006/main" w="0">
            <a:solidFill>
              <a:srgbClr val="4B4B4B"/>
            </a:solidFill>
            <a:prstDash val="solid"/>
          </a:ln>
        </p:spPr>
      </p:sp>
      <p:sp>
        <p:nvSpPr>
          <p:cNvPr id="39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826DD44A-F5DA-4E86-BCC4-2BD94430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924175"/>
            <a:ext cx="257175" cy="571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4B4B"/>
          </a:solidFill>
          <a:ln xmlns:a="http://schemas.openxmlformats.org/drawingml/2006/main" w="0">
            <a:solidFill>
              <a:srgbClr val="4B4B4B"/>
            </a:solidFill>
            <a:prstDash val="solid"/>
          </a:ln>
        </p:spPr>
      </p:sp>
      <p:sp>
        <p:nvSpPr>
          <p:cNvPr id="40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E4F2972A-905C-4393-979F-E02BE4619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924175"/>
            <a:ext cx="257175" cy="571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4B4B"/>
          </a:solidFill>
          <a:ln xmlns:a="http://schemas.openxmlformats.org/drawingml/2006/main" w="0">
            <a:solidFill>
              <a:srgbClr val="4B4B4B"/>
            </a:solidFill>
            <a:prstDash val="solid"/>
          </a:ln>
        </p:spPr>
      </p:sp>
      <p:sp>
        <p:nvSpPr>
          <p:cNvPr id="41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8B9F1056-A904-4AE0-86AC-529BAB6E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924175"/>
            <a:ext cx="257175" cy="571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4B4B"/>
          </a:solidFill>
          <a:ln xmlns:a="http://schemas.openxmlformats.org/drawingml/2006/main" w="0">
            <a:solidFill>
              <a:srgbClr val="4B4B4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20D8308-6CF0-45C8-A3E1-43C8B1C77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19600"/>
            <a:ext cx="98679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04559F2-6D04-46FE-9E32-750B846C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29150"/>
            <a:ext cx="8096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Two authorization paths share the same lifecycle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8193955-0D49-4D09-BEF6-F58007FB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838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E2E2E2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E2E2E2"/>
                </a:solidFill>
                <a:latin typeface="Aptos"/>
                <a:ea typeface="Aptos"/>
                <a:cs typeface="Aptos"/>
              </a:rPr>
              <a:t>Default mode: user signs transactions or EIP-712 data. Advanced Agent Wallet mode: owner authorizes a bounded platform Agent, then the Agent signer executes allowed calls.</a:t>
            </a:r>
          </a:p>
        </p:txBody>
      </p:sp>
    </p:spTree>
    <p:extLst>
      <p:ext uri="{BB962C8B-B14F-4D97-AF65-F5344CB8AC3E}">
        <p14:creationId xmlns:p14="http://schemas.microsoft.com/office/powerpoint/2010/main" val="6288980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01D546-8B1B-4E9C-9F7F-AEC6A7D6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0C849-C493-4FBA-9562-C20FD2B7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78B993-940F-4A5D-B8B9-2277733D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8F2842-13FD-4D8E-8D21-454CE9B7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8E3343-47B7-4988-869A-C5C70D135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F293D7-89B1-4DD6-B237-6385C9D8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249333-014D-4244-961B-BF53BBAE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60CAAB-B8DA-40C2-91DF-598BF1FF5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E6CCE3-1A94-40B7-8233-722E2D8E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13113D-09AA-4755-A509-9A445F84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3A2F9F-4226-4459-A7A3-17610253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8047AA-5099-4BBA-A64D-84CC3F72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CF96B3-2290-42B2-974F-9305249B6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A783AA-741D-4392-AE65-4C754A29E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E5B7CE-3BD1-4B22-A96F-FA772E35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94D2B3-DFA8-4B00-9E71-CDA6CD6B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57C777-79F0-4427-B509-BC704DF8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F47285-97CD-4F5E-9332-7B532F6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584EC5-D4CD-474A-9D2B-A9720575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EF8E8F-C6DE-499A-8602-64FACE34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2776EB-60D0-468D-B925-E35FAB14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BE6CB0-A6DB-4FF1-ADAE-26398805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6772A8-D256-40C8-9362-3514B8E78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24911A-6167-418B-8550-C167D015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2BD6B1-E439-4EBF-95B5-3D8B562C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287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D5B11B-72C8-4BFD-B634-A9A6E3D6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12DC5E-7AC8-4E80-959C-A384C8A2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288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79CFBC-27ED-4ADE-B783-2246CDDD1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289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7A588A-3CC4-4679-AC6E-49721948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289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73E6B8-614F-4A14-905F-8FA06DF11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998CCF-7CCB-43F3-8552-2A7B27C0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290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F5A307-EF8A-467D-85AA-A977D12F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291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677D1C-5D26-414B-8A13-D0BABB13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291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2A2AD9D-D1A1-4F34-A8A5-0BF3084A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D7D8E4-38F6-44CD-A1C3-C3AEF627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292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F8EA50-7BE6-4921-B17B-38B814AC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293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AA16A58-ABF0-4F7C-B9DA-C22EE890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293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FF821F7-F0D9-493D-95F8-6E8D32B4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B09980B-A07A-4E39-A23D-94D44B90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DCC4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DCC43"/>
                </a:solidFill>
                <a:latin typeface="Aptos"/>
                <a:ea typeface="Aptos"/>
                <a:cs typeface="Aptos"/>
              </a:rPr>
              <a:t>BACKEND CONTROL PLANE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D2B89C8-1668-4510-9F86-830293534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CC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9E4F67-F78E-4751-A49F-1285E88B5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8858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Node backend turns natural-language requests into executable jobs.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FDB891-22DE-436C-A44F-5BF42010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C7C7C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C7C7C7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1A622B4-75F6-4B2B-A9DE-CA4430677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15100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7C7C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C7C7C7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4FF3764-F426-4F8E-AE65-2F31CD12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2857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71EB70D-A127-40BB-959F-298D9413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7171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BBDEBC3-99D5-43F3-92DE-BD4AD67A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717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3631A5-4EEF-4C79-9CDB-2D230463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050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AI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483B67F-404A-43A3-8E1F-BE064489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552700"/>
            <a:ext cx="190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B4B4B"/>
                </a:solidFill>
                <a:latin typeface="Aptos"/>
                <a:ea typeface="Aptos"/>
                <a:cs typeface="Aptos"/>
              </a:rPr>
              <a:t>intentParser.js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585E184-260B-48D6-9D48-A7369133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1952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7A7A7A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7A7A7A"/>
                </a:solidFill>
                <a:latin typeface="Aptos"/>
                <a:ea typeface="Aptos"/>
                <a:cs typeface="Aptos"/>
              </a:rPr>
              <a:t>Natural-language proposals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E253872-4825-4ED0-A34F-F319C8F0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2552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A6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F6B161C-8468-4582-88AD-365EC354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95500"/>
            <a:ext cx="2857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2D24001-6FD3-4C53-88BE-D6060193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86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71717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DEAC72E-A969-48C0-BD56-AB203598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717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SC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758A2D2-EA98-43FC-AE25-D9677350A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3050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SCHEMA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67B73BC-E202-4A05-AE2F-966B5127B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552700"/>
            <a:ext cx="190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B4B4B"/>
                </a:solidFill>
                <a:latin typeface="Aptos"/>
                <a:ea typeface="Aptos"/>
                <a:cs typeface="Aptos"/>
              </a:rPr>
              <a:t>intents/schema.js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E97C1CA-C0BC-4131-A314-C0D246078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762250"/>
            <a:ext cx="1952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7A7A7A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7A7A7A"/>
                </a:solidFill>
                <a:latin typeface="Aptos"/>
                <a:ea typeface="Aptos"/>
                <a:cs typeface="Aptos"/>
              </a:rPr>
              <a:t>Deterministic validation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8BCC108-AFF5-4BE8-8F2A-6658F6E8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71800"/>
            <a:ext cx="2552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BF40143-311F-4263-9A2A-69DC3D09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95500"/>
            <a:ext cx="2857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6A7833B-BCBA-4973-AA30-D282EF37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86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71717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BC0D1F5-8E1F-423A-8819-B9CE1CE9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717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PL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9AB0175-9055-44E5-912D-036E1D18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3050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PLANNING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32FC358-8AF4-4C18-BEA0-CE3D74EA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552700"/>
            <a:ext cx="190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B4B4B"/>
                </a:solidFill>
                <a:latin typeface="Aptos"/>
                <a:ea typeface="Aptos"/>
                <a:cs typeface="Aptos"/>
              </a:rPr>
              <a:t>rebalancePlanner.js / matcher.js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6230C91-3F1E-4312-9332-86DBF3CD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62250"/>
            <a:ext cx="1952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7A7A7A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7A7A7A"/>
                </a:solidFill>
                <a:latin typeface="Aptos"/>
                <a:ea typeface="Aptos"/>
                <a:cs typeface="Aptos"/>
              </a:rPr>
              <a:t>Decomposition and matching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7E283B2-9955-4541-BB0A-225550428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71800"/>
            <a:ext cx="2552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CC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E723EA9-754D-4AB5-9E22-222D23FF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2857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3250014-D338-4A87-8143-28120B61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71717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1677454-B65A-4741-A201-5124D56D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9097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BA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251592F-E39F-4BDC-B41E-45802D9E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2430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BATCHING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3C9B600-A8AC-485B-A046-A45FC7C3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71950"/>
            <a:ext cx="190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B4B4B"/>
                </a:solidFill>
                <a:latin typeface="Aptos"/>
                <a:ea typeface="Aptos"/>
                <a:cs typeface="Aptos"/>
              </a:rPr>
              <a:t>batcher.js / worker.js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3A3EF27-37E0-4FC1-802B-7362B424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81500"/>
            <a:ext cx="1952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7A7A7A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7A7A7A"/>
                </a:solidFill>
                <a:latin typeface="Aptos"/>
                <a:ea typeface="Aptos"/>
                <a:cs typeface="Aptos"/>
              </a:rPr>
              <a:t>Group jobs, retry, submit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F8C79D9-B9F1-4D02-93BF-205B9554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2552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2286C93-ED14-4B0E-B335-1D3E3E7B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14750"/>
            <a:ext cx="2857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1412B01-D974-43B6-88A2-4CFC0987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905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71717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0D7A6FC-5BA1-4CED-B9B9-42E5D17D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99097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CH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5E0B328-F100-4155-BA6B-22E14B735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92430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CHAIN PREP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9A82D4C-4445-47E8-8EC7-AE8E3973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171950"/>
            <a:ext cx="190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B4B4B"/>
                </a:solidFill>
                <a:latin typeface="Aptos"/>
                <a:ea typeface="Aptos"/>
                <a:cs typeface="Aptos"/>
              </a:rPr>
              <a:t>transactionBuilder.js / settlementService.js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A67467B-7445-47B6-B1CE-A539B98A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381500"/>
            <a:ext cx="1952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7A7A7A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7A7A7A"/>
                </a:solidFill>
                <a:latin typeface="Aptos"/>
                <a:ea typeface="Aptos"/>
                <a:cs typeface="Aptos"/>
              </a:rPr>
              <a:t>Build wallet, signed and Agent calls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F971AE9-98E4-4FFC-B351-209599A1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591050"/>
            <a:ext cx="2552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2360CE0-0DDC-47BF-889B-D920F6EC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57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808E821-3117-419D-B810-39DBCB51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05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71717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8D473D0-D633-4CE3-A6B2-218CCE83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9097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ME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67747AF-3398-4FBA-AB3C-435D80731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2430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METRICS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22C088D-8183-48A8-B96C-A35CAC67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171950"/>
            <a:ext cx="190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B4B4B"/>
                </a:solidFill>
                <a:latin typeface="Aptos"/>
                <a:ea typeface="Aptos"/>
                <a:cs typeface="Aptos"/>
              </a:rPr>
              <a:t>metrics.js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BB83933-0D2C-4947-8E84-9B869BBC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381500"/>
            <a:ext cx="1952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7A7A7A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7A7A7A"/>
                </a:solidFill>
                <a:latin typeface="Aptos"/>
                <a:ea typeface="Aptos"/>
                <a:cs typeface="Aptos"/>
              </a:rPr>
              <a:t>Throughput, latency, failure, gas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F327639-3545-455D-A33E-450267A2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91050"/>
            <a:ext cx="2552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A6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C63D537-F6DE-4E6F-8F52-9B91C5F8E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86400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66667"/>
            </a:srgbClr>
          </a:solidFill>
          <a:ln xmlns:a="http://schemas.openxmlformats.org/drawingml/2006/main" w="9525">
            <a:solidFill>
              <a:srgbClr val="555555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87F475B-BBC4-43A8-B4AC-8185CE1C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600700"/>
            <a:ext cx="838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backend/src/server.js wires these modules into the API surface used by the frontend demo.</a:t>
            </a:r>
          </a:p>
        </p:txBody>
      </p:sp>
    </p:spTree>
    <p:extLst>
      <p:ext uri="{BB962C8B-B14F-4D97-AF65-F5344CB8AC3E}">
        <p14:creationId xmlns:p14="http://schemas.microsoft.com/office/powerpoint/2010/main" val="106991637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7306CE-6049-4A54-8A06-769794E4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1BC8B8-47A2-4A08-982A-4E69FF92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CONTRACT LAYER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53E5E4-56B3-4985-AD1A-0DD9C2DE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A6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B9CE90-32A4-460F-9CE6-39B72A44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8858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02124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02124"/>
                </a:solidFill>
                <a:latin typeface="Aptos Display"/>
                <a:ea typeface="Aptos Display"/>
                <a:cs typeface="Aptos Display"/>
              </a:rPr>
              <a:t>Solidity contracts enforce identity, permission, batching, and scheduled execution.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82D49F-8C81-41E5-B203-5ABC63E5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6FA079-E49B-4A75-A3F1-92762E7B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15100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6E7E3D-637B-4920-9DAD-CC99BA99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71650"/>
            <a:ext cx="238125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CE469E-5F8E-4864-860A-3077D8580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1466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CONTRACT</a:t>
            </a:r>
          </a:p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B7B824-EC79-4B85-A515-985B37E6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1428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8D8D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8D8D8"/>
                </a:solidFill>
                <a:latin typeface="Aptos"/>
                <a:ea typeface="Aptos"/>
                <a:cs typeface="Aptos"/>
              </a:rPr>
              <a:t>ERC-4337-style smart account behavior, without claiming production bundler/paymaster integration.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C764F2-DE21-42ED-8EA5-756C5848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924050"/>
            <a:ext cx="2266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8A6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2FC7D4-8F1D-458B-8DDB-235756DA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57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48A6B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186751-8912-4AC1-BCB3-2FDEC027E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1431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ID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406671-1A5C-4EAE-ADBB-83138633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076450"/>
            <a:ext cx="1581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AgentRegistry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E4132F-8727-4106-AFF2-8E9EA9B0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333625"/>
            <a:ext cx="1581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Registers autonomous agents and owner/policy metadata.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193C7E-1916-406C-9AB5-ED856459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62300"/>
            <a:ext cx="22669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8A6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7E6444-108F-43BF-A846-3E55655D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295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48A6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353687-8008-4E69-8A08-D5C01CAD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8137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IM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5AC6C9-8758-4254-BC71-F5AF44DCE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314700"/>
            <a:ext cx="1581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IntentManager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5F1B48-A132-409E-B23C-DBC6BECA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571875"/>
            <a:ext cx="1581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Tracks intent lifecycle, duplicate protection and daily limits.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D8843F-F7D0-4194-A6BC-BCCE400E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76450"/>
            <a:ext cx="27813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7171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FE3785-5CC3-4934-BBA4-ECD9F3CE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209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7171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CCFC3F-EE51-45A1-A27F-E6963B684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2955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E86BD7-C161-4104-AED7-1283CC1F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288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AgentSmartAccount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FAD27F-CC75-449C-96C8-88700076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86025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Owner-controlled account with authorized Agent permissions and batch calls.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85F5A4-1506-4476-9BB9-11AE4A73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86150"/>
            <a:ext cx="27813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7171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2DB86E-2709-4256-9466-395ED229D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19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7171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A5929E-1812-46C9-BE62-836C8BEF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7052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EIP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26898F-951C-4BDF-A41F-06B61A852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6385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SignedIntentEscrow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66F676-43A7-4718-8C99-BA37BF0A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95725"/>
            <a:ext cx="2095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EIP-712 signed scheduled calls, nonce replay protection and escrow-funded ETH execution.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448A7-9A3E-411A-A796-D92AE89E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419350"/>
            <a:ext cx="1524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A44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F6ACA3-00DF-41BE-96D1-D86FB2AB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552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9A44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F416ED-E176-4BA2-9FC3-2285D8EE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384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D9A441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D9A441"/>
                </a:solidFill>
                <a:latin typeface="Aptos"/>
                <a:ea typeface="Aptos"/>
                <a:cs typeface="Aptos"/>
              </a:rPr>
              <a:t>BAT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64471C-3B65-4D4D-A987-DB9ADC87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57175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BatchExecutor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36CB937-78B7-45B0-8DA0-0FAC804ED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828925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Protocol-level grouped calls with per-intent result events.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3ACFE3-3A82-4D10-ABB4-76DCF4EFA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676650"/>
            <a:ext cx="1524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A44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2DB7B1-4A7C-44C5-80F6-370D38FD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810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9A44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1A1EF6-D7FB-4490-90C0-A18252CD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8957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D9A441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D9A441"/>
                </a:solidFill>
                <a:latin typeface="Aptos"/>
                <a:ea typeface="Aptos"/>
                <a:cs typeface="Aptos"/>
              </a:rPr>
              <a:t>TST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8636E75-2CF7-4740-8E49-0D413E12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82905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Mock support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67932C6-5833-4E26-B80C-DBAC268E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086225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MockERC20 and MockEntryPoint for local testing.</a:t>
            </a:r>
          </a:p>
        </p:txBody>
      </p:sp>
      <p:sp>
        <p:nvSpPr>
          <p:cNvPr id="40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91AB28EE-608E-4FB7-81FD-55678CFD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390775"/>
            <a:ext cx="7620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4B4B"/>
          </a:solidFill>
          <a:ln xmlns:a="http://schemas.openxmlformats.org/drawingml/2006/main" w="0">
            <a:solidFill>
              <a:srgbClr val="4B4B4B"/>
            </a:solidFill>
            <a:prstDash val="solid"/>
          </a:ln>
        </p:spPr>
      </p:sp>
      <p:sp>
        <p:nvSpPr>
          <p:cNvPr id="41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2BC5F61B-8821-4C3B-804D-40C28C6A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748088"/>
            <a:ext cx="7620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4B4B"/>
          </a:solidFill>
          <a:ln xmlns:a="http://schemas.openxmlformats.org/drawingml/2006/main" w="0">
            <a:solidFill>
              <a:srgbClr val="4B4B4B"/>
            </a:solidFill>
            <a:prstDash val="solid"/>
          </a:ln>
        </p:spPr>
      </p:sp>
      <p:sp>
        <p:nvSpPr>
          <p:cNvPr id="42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F55D0563-EA58-451D-8B02-4DCF487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638425"/>
            <a:ext cx="6286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4B4B"/>
          </a:solidFill>
          <a:ln xmlns:a="http://schemas.openxmlformats.org/drawingml/2006/main" w="0">
            <a:solidFill>
              <a:srgbClr val="4B4B4B"/>
            </a:solidFill>
            <a:prstDash val="solid"/>
          </a:ln>
        </p:spPr>
      </p:sp>
      <p:sp>
        <p:nvSpPr>
          <p:cNvPr id="43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1BA7F6C7-8918-4AD7-889C-0DEFC258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986213"/>
            <a:ext cx="6286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4B4B"/>
          </a:solidFill>
          <a:ln xmlns:a="http://schemas.openxmlformats.org/drawingml/2006/main" w="0">
            <a:solidFill>
              <a:srgbClr val="4B4B4B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6502466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1206D6-F21D-428F-94B6-056A3C3B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9F52CB-AC37-4B54-ACAB-2EBBBC080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63FE24-307D-4397-BD1D-38F4061F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022A35-4A5D-4F6C-AFF9-A5C483E6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0A089F-B0C1-4A3B-BFAD-08ABFE58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8DD4D6-5DBD-4465-A521-C8622047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D81B4D-DB88-4A98-B84F-B615ED65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AFA94F-B409-4CF5-AFF8-D6AFB2409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388A18-EA0B-44D4-BFA2-A4E23311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D3AAF9-567C-492B-8AAF-BF838778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20F097-E1DF-4AC6-BF76-82BD3AAE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214496-0E0A-4F55-A2BC-16BB91CA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10F8AE-49BD-439A-A333-9DD83B23C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C9311E-EF96-48D1-BF0D-D11FDBE0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717884-2C2E-454A-8918-7502BA17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33713C-514E-490A-9496-0F8A5ED7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6EA9DD-8559-4216-9032-8D3D7046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CEC8A9-746D-4285-8CE9-0297090E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2E5DED-3951-4DBA-8623-67ADA4B8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15A85E-BA0D-4F41-BCD3-E1258644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92B3F5-D726-400F-8B67-3A02F3FB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4D5642-512D-4D51-805A-3D7CFB41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1DB6A8-8A56-453A-83BF-A6FB545E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85C348-38F1-4B22-80ED-F8676D87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6EB127-7B58-4C4D-A693-6868FB28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287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0A4C26-B538-49E4-B035-1F948352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8C862A-DB1F-414C-B2CC-6CCA08DD4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288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C44042-6962-4550-A23B-D7158CB0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289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3AE730-1B53-4BD6-9D9B-BDAD28A9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289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2ED319-C123-4603-BD28-1F3FE4E92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93D0EE-2D10-4948-AC83-A6371C3D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290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7E7B8C-7FD2-41E8-9190-577F7A20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291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067FE5-77E2-4A2A-A39B-E167037D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291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21CA79-2174-4A97-9CB1-6FD5F6982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B513BF7-A7AE-4837-B4C1-908F56CD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292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22C2A90-FE7D-4863-B7BA-88FC221C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293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ACE960-333A-4CB1-A962-8F0FD8D3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293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9E7996-BFCF-4305-BBDD-775B2B774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E74F3C7-E988-4788-A54A-71983F10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38200"/>
            <a:ext cx="1000125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2F8E8D-B7B2-400A-98A5-33B8BF724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47800"/>
            <a:ext cx="47625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2B9B0BE-105E-4357-AE50-3B03B0F9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314450"/>
            <a:ext cx="2000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4827A3-967E-4654-8472-0D08C7D7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62200"/>
            <a:ext cx="619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7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EXECUTION MODES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820C4A9-7E73-4C6D-9215-7A97B4B0B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695825"/>
            <a:ext cx="19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1824940-E0B1-4152-B15F-2B4AB11B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657725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D8D8D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D8D8D8"/>
                </a:solidFill>
                <a:latin typeface="Aptos"/>
                <a:ea typeface="Aptos"/>
                <a:cs typeface="Aptos"/>
              </a:rPr>
              <a:t>Default EOA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7E454E6-DF62-4377-9B97-99DEEE84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695825"/>
            <a:ext cx="19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DB6C97E-65ED-4F8B-ACB8-B20F4DEB5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657725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D8D8D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D8D8D8"/>
                </a:solidFill>
                <a:latin typeface="Aptos"/>
                <a:ea typeface="Aptos"/>
                <a:cs typeface="Aptos"/>
              </a:rPr>
              <a:t>Agent Wallet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C4E09D0-336C-40FE-9DF9-5700BA3E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695825"/>
            <a:ext cx="19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14B151D-B11A-4719-9338-1E265F96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657725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D8D8D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D8D8D8"/>
                </a:solidFill>
                <a:latin typeface="Aptos"/>
                <a:ea typeface="Aptos"/>
                <a:cs typeface="Aptos"/>
              </a:rPr>
              <a:t>Scheduled calls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4729682-C239-42F3-8517-BA7E15142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2857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7085883-C88D-423A-B8B2-2209606F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2857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CA42C3C-B659-4271-AFED-9D367C64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857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2A223AD-B905-4C55-BB9D-80D1A90A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857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2BBDDE8-104A-493D-B5B4-DF264A89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F3317F7-5254-4EF1-8F43-0BF5F2030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57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FC7261B-A4C5-4F16-BE2B-D7C228E8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AD57703-9967-49B2-89E3-78FF1921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57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4BA0169-8E69-4859-BFC2-3745BDD6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6CD7B05-A03D-4C4E-899E-262A7BEA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857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3B462F2-2647-4833-BBCB-93EA9F29D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57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7F66303-3FBA-4332-A227-74B72039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857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5CBCC8F-0449-433E-8BAF-55603D09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BF9C707-49FA-4626-9BFB-8F4FE8438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57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36A2B16-0761-402B-B898-594A68AC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857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5865CB4-DFDC-4BC1-A3B2-A6362F60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857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4E84FEB-08F4-4840-A3D7-27EFB23C7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57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5450AA3-74F8-4D02-B02E-C9B408F4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2857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E9B4437-7787-4B5B-A572-CFD40F8BD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9FC8126-5320-4D56-ACD3-9102B5B5E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57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6B5B976-3A5C-47A6-8805-85DCE86C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3714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F66904B-A01F-4FEC-BC3F-86226019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3714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3920453-36FC-4C5D-BA3D-7C3BAD83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714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58FB4A1-D45D-4F58-A5DC-0731DE30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714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6DBB5F9-3494-4496-B387-9A88D2E1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6DE999F-973E-4696-97C9-DAF213C47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714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5055954-869C-433E-A659-D10698A6E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95787F3-560E-41C5-B902-604F993C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714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83E8F91-7078-451E-92D3-BC98E9DC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93FD071-53FA-4110-AEDD-F7BF3F7F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714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7ECF02A-47EB-4A9E-8725-E4E94BABD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14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36434AD-2096-495C-B2D2-5D56D516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714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87029DE-5D0B-4040-B76C-8023FA30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14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DD16644-9240-4FA3-AF94-6F5ECBB5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14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3BAAEB1-A6FA-48DA-8758-4AFD869F2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714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FD57018-5DA4-4420-A494-1FD09684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714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FE7705B-D961-4F94-BB88-A02A1567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714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D43D1B1-E5A4-407B-AEFC-165D4F5E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3714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5B6F003-9954-42EF-8AB6-CB555BCBF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714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8DEA992-6124-41E4-AFD2-66F63656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714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C7174C6-6F1C-4681-A411-FEFF71C7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572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CD68DAA-F88D-4D10-95E0-551428BA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4572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D15FFAD-E752-4ABA-B494-E1C2B7F8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572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C7C85CB-A5A5-429A-8671-6D718149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572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DE4F999-943B-4D54-84A9-84F9716DD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391AF43-AD3C-4BD1-9328-4DB68D87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572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D97B06E-BA69-4594-98EF-7F7F1C498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33D8418-4DE8-41A6-BA66-E58AA7DB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572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D029A4D-3B71-48CB-AA54-6B041ADA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72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F60000D-CC13-4F62-8B94-15ABD163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572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4A068A8-BE40-432B-AB3D-619032FC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72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83B0886-AB5B-47AF-943D-14DB31E1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572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DB3E014-540F-45CF-BF47-C377F6FEF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72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AD3E76F-4A6A-4FE0-B2BA-10AB8A41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572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BC08DEF4-41B3-4022-8C50-D5AF0DBE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72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FB3FB0F-3212-4B47-BD88-B03C814E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572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F5013A16-6FBE-41A5-884F-72D474E1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572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253832B-8A6C-41F8-9E6A-0DE0D9F3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572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B37305E2-8119-4C1A-A114-64C06AA8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572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9F655D4-E988-4FEF-80C1-723AC532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572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7E723F5E-0745-4A2D-8A90-5C53F81C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5429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6B97FCC6-80EC-4056-B1A4-3E55736E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5429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09AFF12F-D047-4D66-AFAA-AABD9295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429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CBFB1886-12C6-4333-9604-F5FB4530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429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AD3640E9-60A6-4E39-97DA-1B75A5BE7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549B24FF-EED4-40CE-9AA9-F7A5580B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29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842C3253-34C2-4C32-8B68-4894C204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5D68799-0321-43EA-A160-A471DEA6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429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0CC8E536-49BD-452A-92E8-4CA07596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29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D0A4CF34-1880-4E27-AD4F-353DB07F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5429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8D6F50B-B54A-4961-B8A6-FA620B5C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29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D3A84DC-0B9E-45FE-9D36-17ADD0E78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429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5EF32A50-0BAB-4E6F-A577-7D2914D65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29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C6F5C21-9DD9-44E6-9A70-870CCCE2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429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0A3B254-DA41-4157-A132-3C7558B4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429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DCDE330-2E20-4C90-B2B7-8A2D2CC0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429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F0BE2EA6-C060-4C21-AC1D-AABFDA89C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429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90712CEA-DED2-46DF-85BA-462358A7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5429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71921C16-3921-43A4-A740-C1079C69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29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7CCD0BF6-F48C-401B-AAB3-7A1964E72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5429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134C3F30-3D4A-4517-AD84-5CBEB912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6286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EF8AFEED-6178-4189-8CF1-65585043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6286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8F7A7469-6B01-412E-A46E-A7F96F52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6286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30C0DEC9-1014-473F-B769-417FD5C7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6286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86CA4DBE-6770-47F2-A005-89EE1725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4F6EDF8C-C2FC-42AC-A66D-32C313B2B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6286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751AA2F7-BDA6-4E82-B8AB-37F51828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A2A18ABF-441D-4DD2-92E0-3BD25E18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286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0F85D439-30DE-4296-8DD9-BEACAC2C5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286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E436D89F-26A1-40BC-8864-F2C2DCE6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6286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A299FCE2-898F-45FA-AFE6-092A383E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286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ADA9B86B-CD10-41EC-AC63-88B753BF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6286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31B31B66-E6F8-449D-9D8B-9ACCCDF9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6286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0BB3D7AB-3064-402E-B45D-BE828467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6286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C22E6629-26B1-4E36-A2AB-8F3709BF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286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B849AD84-EB63-48A9-A834-7CCBA3266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6286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F3977E64-B26B-4009-AD08-26227C7F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6286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1FB061B4-8A66-4190-A977-2C34EC08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286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F72AE215-371B-4C8A-9040-2DC7E19D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286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BA9264ED-4B5E-4D1E-BB6D-C6E3F723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6286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3B2D9DC5-A230-4747-B98F-ED90C65C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7143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28619350-66B1-4A8B-825E-59050F40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7143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175D00AA-FB59-4DC3-969F-420F5658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7143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AFF30A1B-1253-411D-95EC-097CAF3B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7143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FE3DF41D-0278-4BE3-A56B-AFEF91CA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143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2BA5AE82-9E27-4D90-890C-72A638AE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7143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CFC3903C-7B7B-4382-AD79-4BB8F908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DC2ED47C-B464-415F-95F5-72673710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7143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26613C2F-99FA-438C-B745-3E153C33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43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75DB6D03-F9FB-4E31-9848-A5CDB6BE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7143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77921A87-813F-4C3D-B2AD-02A8942E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143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B3A1634C-1935-4CA5-AC2C-2ABC9FE31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7143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581AF93B-EA0E-4154-95CE-BCA97873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143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CAD7DC18-2FE9-4CEB-950C-F3769D4F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7143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8A6F0278-47A1-4EC5-ADF8-A79BFE2F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7143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A6D2EFA9-0A4F-4B26-A261-8B1B03F5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7143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BC43551D-D00F-415D-9436-195EF94F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7143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F38AFB64-1609-4235-BF40-8E961561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143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00ACF6C6-A770-4B17-B719-C20E72CFA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43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B515E3E8-DCD4-4502-86E7-FA4BDB0B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7143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C0F04289-8CA4-4CB6-8866-ADFF049A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8001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20698391-E128-4FD3-9D03-1462059F9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8001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A65A3001-203A-4D78-8795-92ED6B90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8001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8EB4245A-89E9-4B31-8CC1-D48AD6E8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8001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10BDE8F0-B1E1-491A-A443-DC3EA214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001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5C0D8B98-80A3-413C-A126-5AFF2B6F1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8001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AB406A2E-B4E2-4DDE-982C-0A70C9FF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18D9D5A0-0BA0-4356-A868-3FB30A3B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8001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A9D70571-0FB4-4ACC-838D-A5AB72A9D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001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BFE2ACB7-D2C0-42D8-8C83-A19EC3F5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8001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AD2CB21A-37F8-40E2-95EE-E762B1FA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8001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237D3870-7D2E-4D31-A498-02F270F7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8001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3B18B0AD-AF01-4558-98AD-A699EA1B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8001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F9221391-E771-4D45-8476-3BD5B139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8001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2930F75F-B058-4723-829C-38A89365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8001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21D005DC-A44D-4EC9-8E3E-C33D74B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8001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C508D47F-9BB4-4132-8837-68519B82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8001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65814152-44C8-47B7-9DA1-16040A9C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8001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72E5176A-1323-404E-9B41-217CBDF1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8001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1AA6F57C-6110-473F-B39D-2BCEE0F9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8001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2D236A46-B5B4-448B-863F-8D42F041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8858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95BBA69C-E933-4ABB-B4D0-80C92815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8858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2BECF91C-2B2B-4645-80B8-840506A6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8858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602457D8-337C-4674-B147-FE3A62140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8858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ECD4A847-6091-401E-9AC6-155673F4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858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714578DA-B9FD-4086-A338-AC8E584E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8858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ED0509CA-F230-42ED-9791-0FDAC995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EFD34511-FE8F-453C-8580-C936653E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8858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A4CF16FC-EF22-4011-A17B-BE4A4881E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858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B86D6FB3-6657-4C42-AA18-BAA69BEE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8858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F98DB103-6E59-4599-9D0F-F9D32E80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8858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B5192ECB-0544-4CDA-89DA-2491A74C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8858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51DCE228-714E-4925-9719-7C832221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8858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53F5BFE9-7752-47A0-A31F-A7C65CA6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8858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2A266A00-A0E0-41BB-ABBE-00CD221F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8858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7B87F3E6-3834-413B-8E02-506CD7D9C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8858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555B29A6-ED7A-4F74-AAD9-1976E4F9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8858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0E5CD536-BCC5-4E04-B4B2-DD8ABD0B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8858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05DAF3F2-E80E-4A19-B838-1654ECB6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8858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B00E0509-CAA6-4A45-BC91-01B36152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8858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5656D8A6-6152-446B-8E23-66C97195B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9715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1FBDA314-0B9D-4B38-BEEE-468CB902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9715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5C8CE2AE-EA3E-4A36-9BD5-C9D71965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9715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2EE75E8D-098D-476D-A8D3-A6A74D2A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9715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AC29FDF7-1232-4F2D-A4E3-2F51F7B2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8EF34FDF-2817-481E-840A-4465E2B0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9715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188413B8-E652-4BD2-AB8D-99D6E15B6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5691C224-BA4D-46F1-B425-8887752F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9715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A9A757FA-EC25-4DF7-A9E4-D04B274C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715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C54010C7-AAEF-41DE-8F8A-1B1FBBA3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9715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A15B4F3A-0093-4BB1-990B-D4275DFDE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9715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857D0BA7-8A05-4140-A68B-B6003F87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9715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E3D3FEB8-0953-4B38-AA0A-8FF2C247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9715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21646791-D084-4CA7-AACB-89855738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9715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5ABAA7DC-D5EF-414E-A414-6506A59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9715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3087BDE5-6F19-4296-B6DB-D1FAD2B6F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9715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EE1F3D06-B7A0-45B4-BF35-3F07A07C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9715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D8832C24-48ED-48F2-9783-82472A55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9715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80222B07-E284-487E-A4D8-1CC046BB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9715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813978D1-8CC5-4C56-9731-6760218A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9715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DD45D9C3-1525-4231-8B43-C0D236BE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0572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B4DA5648-E781-47FD-9898-0C637497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0572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E426F9C3-E157-444E-B70F-3281EC683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0572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2143CA01-652D-40B0-A01C-C68A01B4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0572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55570F1D-CD1B-4B80-BDDB-73C57735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572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BEABCABA-C61C-43F2-A782-C24E6B1A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0572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07EF6D68-A140-40C9-9A8F-618C9425A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572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7A097E20-6E6B-4122-845C-93611AE4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0572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2395380A-EB6A-44AB-AA6C-76483508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0572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7BFA2546-4DD1-47B6-856F-8DE7B0932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0572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D57E5632-60C8-4DE3-B71B-882E6100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0572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277E6A89-E305-4273-BD36-A1EE9E3FF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0572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F82D2754-5C9D-449E-9CE6-89B5DDD8F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0572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ACB616E9-7929-4143-A5C6-F846B26E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0572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D6F6F319-495A-419E-8904-B43AD9A1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0572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A4CB6120-90FE-4391-ABA2-F986F601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0572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86095DAF-4917-4E16-B309-20A601F2A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0572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C4300540-625E-4B5C-965D-33F6AE2C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0572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6C40B567-AE08-46B4-B2CA-311E37C1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0572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2C484050-E65F-4E0A-87DC-F64B6F8C3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0572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24AB93ED-2371-4DC4-A6C4-5694AB52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1430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0A7D8100-191A-44D0-A678-3F4BC668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1430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9EB35791-042B-4E39-AC6E-6F9BEA01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1430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D0477DE8-FC32-48F9-B8CD-2BD1F4E7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1430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C40ABEA7-7C00-4025-8CD2-C7145496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7A0A43D2-1343-4D37-A25C-29734669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430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D514CAB2-0C65-446A-A39E-79AF50A9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18445F07-6141-4A43-8FE2-76061C416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1430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434B2E0A-513C-49BB-8604-AC2598CE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1430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A478F46B-2D6F-4012-A056-6F74112A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1430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C7C27A24-D4E0-4737-8B05-76115CDB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1430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61C54E68-1122-4056-B5E6-A67C0797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1430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8D7CF519-A203-46C2-A943-7BB3582A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1430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95112902-82F3-4A0D-A0BB-A636707A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1430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CCC3A316-B843-4773-9B28-3E522F69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1430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BA14A938-D61B-4F99-A87A-384B6B4A5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1430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7F466195-A521-4DBD-8E89-F033CA1F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1430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3D353B26-A3F1-4CBE-A6E3-6E240D45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1430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241C826A-77F3-4DE5-A3E7-9639723D5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1430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9E136C67-9D59-489F-B9C0-B0C1A5E7C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1430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A9A66A5F-9416-4B8E-B5A0-E7987581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2287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1409E247-FF2C-440F-82AA-DC87E82D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2287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400BB88B-CBAC-4B4C-9FB1-8B2324DC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2287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050E4474-C7E9-49CB-8972-3A6656AE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2287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536B5348-11BF-4F82-8720-5DA44E2D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287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3B80C8D9-3752-44CE-822E-4AD778AD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2287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87FC79DC-17DC-489F-B708-9B9328EB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87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C36453C4-9926-4752-84B1-9D527837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2287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5BF519D0-8B6E-45C1-83F2-1A777F17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287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337A3F0E-DB39-42F2-B2E6-ADB985FF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2287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EAE84267-206B-4910-82BE-0706CC53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2287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889550DC-B81D-4758-AA2E-B7F83180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2287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9399E8B7-2DB6-4644-AA85-51706BDA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2287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2D7BC228-645C-40D4-BC03-E3D776A2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2287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768CFDC3-71B6-47C4-B3A2-659305A83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2287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22592DE0-2A44-4A1A-BD2F-F671CF8BC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2287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8951655B-6015-4CDB-8756-3403D57F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2287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E975F53E-4D36-4221-BF34-49FD37FE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2287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ED6A7AFC-DA0B-43C3-AF52-FC66BCF3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2287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F9EBA3A4-1025-46E6-9AC2-B2C038D0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2287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6BF5E0F1-F4B0-4D01-962A-789CAE7F5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3144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84796C0C-0B40-438E-905F-A44AF08C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3144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A9B0F40A-3371-4DD3-91DC-A75359A5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144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8D5FA6AA-253A-41DE-9970-EFEF94A1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3144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DF32DE96-985A-433A-ACA7-AE81D5BC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2CDBBE06-E57E-457E-9A57-EBB60224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3144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FAACC6F9-DC67-45FE-ABC8-BA04F353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E50B3CEC-93FD-4A1E-9797-709A05A2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3144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3FC254C2-E3F7-4594-AE31-8F2DC159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144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DB811827-62D2-4BEA-B5D0-F36470F9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144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49425C9B-7AD4-4E3C-9E68-25D5F6FC0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3144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8784519C-DE17-46D1-B81A-2C6A115F2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3144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BA190A9B-4DED-4AE6-8130-6FBA6E53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3144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0B4843D3-B3E2-4756-8C3A-4AEBC046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3144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6EC7EC2B-D413-40F0-86CA-5E62C07A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3144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B9919104-5A66-4E98-AD2B-A8893159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3144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FB7CEB42-EEFF-475D-95FC-4E95D976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3144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D66253EF-9B4F-4F45-8CF7-8884D2B6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3144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2DA7F81F-5C68-4EB7-B25F-FE575D86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3144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EC870FB1-45C8-48BE-BD77-662AFF8E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3144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AC1AB8F4-9152-4DCA-A9C1-98B920EB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4001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4E1587D2-3401-4189-9B4F-0D023D0AF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4001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D4485166-8F0A-4400-BF8A-BE19479E1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001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BEB35EF2-412C-4C42-9D01-727730EA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4001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3" name="">
            <a:extLst xmlns:a="http://schemas.openxmlformats.org/drawingml/2006/main">
              <a:ext uri="{FF2B5EF4-FFF2-40B4-BE49-F238E27FC236}">
                <a16:creationId xmlns:a16="http://schemas.microsoft.com/office/drawing/2014/main" id="{8210A842-A7A5-46C4-9186-D060C737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01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4" name="">
            <a:extLst xmlns:a="http://schemas.openxmlformats.org/drawingml/2006/main">
              <a:ext uri="{FF2B5EF4-FFF2-40B4-BE49-F238E27FC236}">
                <a16:creationId xmlns:a16="http://schemas.microsoft.com/office/drawing/2014/main" id="{43B77098-43A1-40F4-B266-7FB8BDE9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4001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5" name="">
            <a:extLst xmlns:a="http://schemas.openxmlformats.org/drawingml/2006/main">
              <a:ext uri="{FF2B5EF4-FFF2-40B4-BE49-F238E27FC236}">
                <a16:creationId xmlns:a16="http://schemas.microsoft.com/office/drawing/2014/main" id="{627D7995-40E0-419D-9D91-E2B328BE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01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6" name="">
            <a:extLst xmlns:a="http://schemas.openxmlformats.org/drawingml/2006/main">
              <a:ext uri="{FF2B5EF4-FFF2-40B4-BE49-F238E27FC236}">
                <a16:creationId xmlns:a16="http://schemas.microsoft.com/office/drawing/2014/main" id="{D98AF972-C0EF-450A-A3C6-589C2562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4001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7" name="">
            <a:extLst xmlns:a="http://schemas.openxmlformats.org/drawingml/2006/main">
              <a:ext uri="{FF2B5EF4-FFF2-40B4-BE49-F238E27FC236}">
                <a16:creationId xmlns:a16="http://schemas.microsoft.com/office/drawing/2014/main" id="{73FB54ED-B3B9-4290-8179-3BD3131D9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001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8" name="">
            <a:extLst xmlns:a="http://schemas.openxmlformats.org/drawingml/2006/main">
              <a:ext uri="{FF2B5EF4-FFF2-40B4-BE49-F238E27FC236}">
                <a16:creationId xmlns:a16="http://schemas.microsoft.com/office/drawing/2014/main" id="{81424379-18E6-4796-907C-2A71BB50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4001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19" name="">
            <a:extLst xmlns:a="http://schemas.openxmlformats.org/drawingml/2006/main">
              <a:ext uri="{FF2B5EF4-FFF2-40B4-BE49-F238E27FC236}">
                <a16:creationId xmlns:a16="http://schemas.microsoft.com/office/drawing/2014/main" id="{6FFDDEB5-0885-4875-BC81-1DB8BC200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001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0" name="">
            <a:extLst xmlns:a="http://schemas.openxmlformats.org/drawingml/2006/main">
              <a:ext uri="{FF2B5EF4-FFF2-40B4-BE49-F238E27FC236}">
                <a16:creationId xmlns:a16="http://schemas.microsoft.com/office/drawing/2014/main" id="{346E9D49-7373-432C-B879-C06BBDA1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4001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1" name="">
            <a:extLst xmlns:a="http://schemas.openxmlformats.org/drawingml/2006/main">
              <a:ext uri="{FF2B5EF4-FFF2-40B4-BE49-F238E27FC236}">
                <a16:creationId xmlns:a16="http://schemas.microsoft.com/office/drawing/2014/main" id="{BA81C1CA-4A93-4CED-8E4B-F47AC2501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4001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2" name="">
            <a:extLst xmlns:a="http://schemas.openxmlformats.org/drawingml/2006/main">
              <a:ext uri="{FF2B5EF4-FFF2-40B4-BE49-F238E27FC236}">
                <a16:creationId xmlns:a16="http://schemas.microsoft.com/office/drawing/2014/main" id="{0F06CE07-1FE4-4082-B884-F3A3677D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4001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3" name="">
            <a:extLst xmlns:a="http://schemas.openxmlformats.org/drawingml/2006/main">
              <a:ext uri="{FF2B5EF4-FFF2-40B4-BE49-F238E27FC236}">
                <a16:creationId xmlns:a16="http://schemas.microsoft.com/office/drawing/2014/main" id="{957A0E17-03E2-45D8-A24A-AA1A6201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4001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4" name="">
            <a:extLst xmlns:a="http://schemas.openxmlformats.org/drawingml/2006/main">
              <a:ext uri="{FF2B5EF4-FFF2-40B4-BE49-F238E27FC236}">
                <a16:creationId xmlns:a16="http://schemas.microsoft.com/office/drawing/2014/main" id="{A678BE97-B6B5-4D6E-B33C-2DC1194DF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4001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5" name="">
            <a:extLst xmlns:a="http://schemas.openxmlformats.org/drawingml/2006/main">
              <a:ext uri="{FF2B5EF4-FFF2-40B4-BE49-F238E27FC236}">
                <a16:creationId xmlns:a16="http://schemas.microsoft.com/office/drawing/2014/main" id="{189A5EAC-E9ED-4342-83E6-399595D3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4001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6" name="">
            <a:extLst xmlns:a="http://schemas.openxmlformats.org/drawingml/2006/main">
              <a:ext uri="{FF2B5EF4-FFF2-40B4-BE49-F238E27FC236}">
                <a16:creationId xmlns:a16="http://schemas.microsoft.com/office/drawing/2014/main" id="{E5872C20-7538-4682-8584-7517FB59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4001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7" name="">
            <a:extLst xmlns:a="http://schemas.openxmlformats.org/drawingml/2006/main">
              <a:ext uri="{FF2B5EF4-FFF2-40B4-BE49-F238E27FC236}">
                <a16:creationId xmlns:a16="http://schemas.microsoft.com/office/drawing/2014/main" id="{39CE61CA-6D56-45CC-BEBE-F771BDE4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4001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8" name="">
            <a:extLst xmlns:a="http://schemas.openxmlformats.org/drawingml/2006/main">
              <a:ext uri="{FF2B5EF4-FFF2-40B4-BE49-F238E27FC236}">
                <a16:creationId xmlns:a16="http://schemas.microsoft.com/office/drawing/2014/main" id="{5E78F1B2-B467-4F51-A035-C715211F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4001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29" name="">
            <a:extLst xmlns:a="http://schemas.openxmlformats.org/drawingml/2006/main">
              <a:ext uri="{FF2B5EF4-FFF2-40B4-BE49-F238E27FC236}">
                <a16:creationId xmlns:a16="http://schemas.microsoft.com/office/drawing/2014/main" id="{BA0AD787-6B91-4A9F-BF5F-5AC14481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4859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0" name="">
            <a:extLst xmlns:a="http://schemas.openxmlformats.org/drawingml/2006/main">
              <a:ext uri="{FF2B5EF4-FFF2-40B4-BE49-F238E27FC236}">
                <a16:creationId xmlns:a16="http://schemas.microsoft.com/office/drawing/2014/main" id="{1712C4EB-319A-474C-A5EA-13F46DC3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4859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1" name="">
            <a:extLst xmlns:a="http://schemas.openxmlformats.org/drawingml/2006/main">
              <a:ext uri="{FF2B5EF4-FFF2-40B4-BE49-F238E27FC236}">
                <a16:creationId xmlns:a16="http://schemas.microsoft.com/office/drawing/2014/main" id="{4D0ED8C0-887A-46B2-847F-DD79AC46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859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36014E4D-83DB-4EE9-AF06-70E6F21D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4859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13A128A7-1234-4CFC-A359-8A0BEC71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859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4" name="">
            <a:extLst xmlns:a="http://schemas.openxmlformats.org/drawingml/2006/main">
              <a:ext uri="{FF2B5EF4-FFF2-40B4-BE49-F238E27FC236}">
                <a16:creationId xmlns:a16="http://schemas.microsoft.com/office/drawing/2014/main" id="{2D147AD4-4210-4CDD-B1E0-7CA7AC5D7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4859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5" name="">
            <a:extLst xmlns:a="http://schemas.openxmlformats.org/drawingml/2006/main">
              <a:ext uri="{FF2B5EF4-FFF2-40B4-BE49-F238E27FC236}">
                <a16:creationId xmlns:a16="http://schemas.microsoft.com/office/drawing/2014/main" id="{6786C24F-EA84-4FCC-AF99-08F324CE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F29BE727-F814-4DFF-987D-D6606B6F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4859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7" name="">
            <a:extLst xmlns:a="http://schemas.openxmlformats.org/drawingml/2006/main">
              <a:ext uri="{FF2B5EF4-FFF2-40B4-BE49-F238E27FC236}">
                <a16:creationId xmlns:a16="http://schemas.microsoft.com/office/drawing/2014/main" id="{3A528619-3635-43AF-AA9E-85412781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8" name="">
            <a:extLst xmlns:a="http://schemas.openxmlformats.org/drawingml/2006/main">
              <a:ext uri="{FF2B5EF4-FFF2-40B4-BE49-F238E27FC236}">
                <a16:creationId xmlns:a16="http://schemas.microsoft.com/office/drawing/2014/main" id="{0145D55D-7900-4CDE-AEA1-779A3FB4D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4859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39" name="">
            <a:extLst xmlns:a="http://schemas.openxmlformats.org/drawingml/2006/main">
              <a:ext uri="{FF2B5EF4-FFF2-40B4-BE49-F238E27FC236}">
                <a16:creationId xmlns:a16="http://schemas.microsoft.com/office/drawing/2014/main" id="{51A143BE-BF95-449C-8514-FC8AE9EB0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859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0" name="">
            <a:extLst xmlns:a="http://schemas.openxmlformats.org/drawingml/2006/main">
              <a:ext uri="{FF2B5EF4-FFF2-40B4-BE49-F238E27FC236}">
                <a16:creationId xmlns:a16="http://schemas.microsoft.com/office/drawing/2014/main" id="{47CD1361-24B4-4B5C-A26E-CB18855C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4859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1" name="">
            <a:extLst xmlns:a="http://schemas.openxmlformats.org/drawingml/2006/main">
              <a:ext uri="{FF2B5EF4-FFF2-40B4-BE49-F238E27FC236}">
                <a16:creationId xmlns:a16="http://schemas.microsoft.com/office/drawing/2014/main" id="{729A8304-AF4B-40FC-A361-A97D4C0AF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4859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3106AD68-51E4-4E9D-9E13-7485EC14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4859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3" name="">
            <a:extLst xmlns:a="http://schemas.openxmlformats.org/drawingml/2006/main">
              <a:ext uri="{FF2B5EF4-FFF2-40B4-BE49-F238E27FC236}">
                <a16:creationId xmlns:a16="http://schemas.microsoft.com/office/drawing/2014/main" id="{EDD1BBAD-C859-4E8B-8A9F-C3B8E86E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4859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38B6AB11-A6B9-4EF5-B015-889D3158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4859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5ECE2E95-BB95-4B84-B210-9695E1FE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4859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6" name="">
            <a:extLst xmlns:a="http://schemas.openxmlformats.org/drawingml/2006/main">
              <a:ext uri="{FF2B5EF4-FFF2-40B4-BE49-F238E27FC236}">
                <a16:creationId xmlns:a16="http://schemas.microsoft.com/office/drawing/2014/main" id="{0E127925-6746-404E-BF0D-F646C2DE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4859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7" name="">
            <a:extLst xmlns:a="http://schemas.openxmlformats.org/drawingml/2006/main">
              <a:ext uri="{FF2B5EF4-FFF2-40B4-BE49-F238E27FC236}">
                <a16:creationId xmlns:a16="http://schemas.microsoft.com/office/drawing/2014/main" id="{F391467E-D154-4F3A-81F5-C884D721F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4859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8" name="">
            <a:extLst xmlns:a="http://schemas.openxmlformats.org/drawingml/2006/main">
              <a:ext uri="{FF2B5EF4-FFF2-40B4-BE49-F238E27FC236}">
                <a16:creationId xmlns:a16="http://schemas.microsoft.com/office/drawing/2014/main" id="{6687B2AD-426E-4797-83D8-810184E46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4859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49" name="">
            <a:extLst xmlns:a="http://schemas.openxmlformats.org/drawingml/2006/main">
              <a:ext uri="{FF2B5EF4-FFF2-40B4-BE49-F238E27FC236}">
                <a16:creationId xmlns:a16="http://schemas.microsoft.com/office/drawing/2014/main" id="{67B97884-6B8E-4A77-B63F-F967AEB1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5716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0" name="">
            <a:extLst xmlns:a="http://schemas.openxmlformats.org/drawingml/2006/main">
              <a:ext uri="{FF2B5EF4-FFF2-40B4-BE49-F238E27FC236}">
                <a16:creationId xmlns:a16="http://schemas.microsoft.com/office/drawing/2014/main" id="{5E1F2794-7494-4C10-8CD2-F4D5FD6C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5716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CEB89EC3-A69A-4228-A950-2E3E65B7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5716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2" name="">
            <a:extLst xmlns:a="http://schemas.openxmlformats.org/drawingml/2006/main">
              <a:ext uri="{FF2B5EF4-FFF2-40B4-BE49-F238E27FC236}">
                <a16:creationId xmlns:a16="http://schemas.microsoft.com/office/drawing/2014/main" id="{FC8D8AE6-E554-451C-A0BA-82BDE917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5716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3" name="">
            <a:extLst xmlns:a="http://schemas.openxmlformats.org/drawingml/2006/main">
              <a:ext uri="{FF2B5EF4-FFF2-40B4-BE49-F238E27FC236}">
                <a16:creationId xmlns:a16="http://schemas.microsoft.com/office/drawing/2014/main" id="{A28F2157-2295-4935-AA9A-1B77CCA4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716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4" name="">
            <a:extLst xmlns:a="http://schemas.openxmlformats.org/drawingml/2006/main">
              <a:ext uri="{FF2B5EF4-FFF2-40B4-BE49-F238E27FC236}">
                <a16:creationId xmlns:a16="http://schemas.microsoft.com/office/drawing/2014/main" id="{EDA1AC0B-D956-4AF4-B1A6-A4B7C723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716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5" name="">
            <a:extLst xmlns:a="http://schemas.openxmlformats.org/drawingml/2006/main">
              <a:ext uri="{FF2B5EF4-FFF2-40B4-BE49-F238E27FC236}">
                <a16:creationId xmlns:a16="http://schemas.microsoft.com/office/drawing/2014/main" id="{53E35D3D-0190-466E-901C-4C228E39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6" name="">
            <a:extLst xmlns:a="http://schemas.openxmlformats.org/drawingml/2006/main">
              <a:ext uri="{FF2B5EF4-FFF2-40B4-BE49-F238E27FC236}">
                <a16:creationId xmlns:a16="http://schemas.microsoft.com/office/drawing/2014/main" id="{0C4CC61A-B23A-4E1D-8D50-58949198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5716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7" name="">
            <a:extLst xmlns:a="http://schemas.openxmlformats.org/drawingml/2006/main">
              <a:ext uri="{FF2B5EF4-FFF2-40B4-BE49-F238E27FC236}">
                <a16:creationId xmlns:a16="http://schemas.microsoft.com/office/drawing/2014/main" id="{461B2795-A3C1-450B-A1A1-E444793D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8" name="">
            <a:extLst xmlns:a="http://schemas.openxmlformats.org/drawingml/2006/main">
              <a:ext uri="{FF2B5EF4-FFF2-40B4-BE49-F238E27FC236}">
                <a16:creationId xmlns:a16="http://schemas.microsoft.com/office/drawing/2014/main" id="{08CF2070-AB87-4DA5-849E-C241315E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5716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741F683F-31B4-4EA6-8C61-95437266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5716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0" name="">
            <a:extLst xmlns:a="http://schemas.openxmlformats.org/drawingml/2006/main">
              <a:ext uri="{FF2B5EF4-FFF2-40B4-BE49-F238E27FC236}">
                <a16:creationId xmlns:a16="http://schemas.microsoft.com/office/drawing/2014/main" id="{7E18D8A2-B481-4867-911F-B67C6F1DB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5716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1" name="">
            <a:extLst xmlns:a="http://schemas.openxmlformats.org/drawingml/2006/main">
              <a:ext uri="{FF2B5EF4-FFF2-40B4-BE49-F238E27FC236}">
                <a16:creationId xmlns:a16="http://schemas.microsoft.com/office/drawing/2014/main" id="{5D79AEDE-C580-4ADF-8EC1-421B55C4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716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2" name="">
            <a:extLst xmlns:a="http://schemas.openxmlformats.org/drawingml/2006/main">
              <a:ext uri="{FF2B5EF4-FFF2-40B4-BE49-F238E27FC236}">
                <a16:creationId xmlns:a16="http://schemas.microsoft.com/office/drawing/2014/main" id="{1F1568AD-A122-418C-A7AC-E98990FA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5716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3" name="">
            <a:extLst xmlns:a="http://schemas.openxmlformats.org/drawingml/2006/main">
              <a:ext uri="{FF2B5EF4-FFF2-40B4-BE49-F238E27FC236}">
                <a16:creationId xmlns:a16="http://schemas.microsoft.com/office/drawing/2014/main" id="{308D35B6-6B18-435C-BE57-821DD6992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5716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4" name="">
            <a:extLst xmlns:a="http://schemas.openxmlformats.org/drawingml/2006/main">
              <a:ext uri="{FF2B5EF4-FFF2-40B4-BE49-F238E27FC236}">
                <a16:creationId xmlns:a16="http://schemas.microsoft.com/office/drawing/2014/main" id="{97EFEEC3-0638-4DA9-A0C6-8B1605BA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5716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5" name="">
            <a:extLst xmlns:a="http://schemas.openxmlformats.org/drawingml/2006/main">
              <a:ext uri="{FF2B5EF4-FFF2-40B4-BE49-F238E27FC236}">
                <a16:creationId xmlns:a16="http://schemas.microsoft.com/office/drawing/2014/main" id="{A6FE5DA7-B9CC-4726-8533-9EA6B7A8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5716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6" name="">
            <a:extLst xmlns:a="http://schemas.openxmlformats.org/drawingml/2006/main">
              <a:ext uri="{FF2B5EF4-FFF2-40B4-BE49-F238E27FC236}">
                <a16:creationId xmlns:a16="http://schemas.microsoft.com/office/drawing/2014/main" id="{7D8AD6B9-ABB2-428B-91AE-9BDE1413E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5716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7" name="">
            <a:extLst xmlns:a="http://schemas.openxmlformats.org/drawingml/2006/main">
              <a:ext uri="{FF2B5EF4-FFF2-40B4-BE49-F238E27FC236}">
                <a16:creationId xmlns:a16="http://schemas.microsoft.com/office/drawing/2014/main" id="{A004769B-59EA-4E3E-B9F3-18908DB2C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5716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8" name="">
            <a:extLst xmlns:a="http://schemas.openxmlformats.org/drawingml/2006/main">
              <a:ext uri="{FF2B5EF4-FFF2-40B4-BE49-F238E27FC236}">
                <a16:creationId xmlns:a16="http://schemas.microsoft.com/office/drawing/2014/main" id="{61096F32-2BEB-4DE4-914A-553C88D83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5716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69" name="">
            <a:extLst xmlns:a="http://schemas.openxmlformats.org/drawingml/2006/main">
              <a:ext uri="{FF2B5EF4-FFF2-40B4-BE49-F238E27FC236}">
                <a16:creationId xmlns:a16="http://schemas.microsoft.com/office/drawing/2014/main" id="{5C1E0137-D766-4E71-966F-4390EDFA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6573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0" name="">
            <a:extLst xmlns:a="http://schemas.openxmlformats.org/drawingml/2006/main">
              <a:ext uri="{FF2B5EF4-FFF2-40B4-BE49-F238E27FC236}">
                <a16:creationId xmlns:a16="http://schemas.microsoft.com/office/drawing/2014/main" id="{2B84ECF5-FDCF-4248-935B-5015CC1A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6573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1" name="">
            <a:extLst xmlns:a="http://schemas.openxmlformats.org/drawingml/2006/main">
              <a:ext uri="{FF2B5EF4-FFF2-40B4-BE49-F238E27FC236}">
                <a16:creationId xmlns:a16="http://schemas.microsoft.com/office/drawing/2014/main" id="{E8C28387-BA58-45F8-875B-4A708764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6573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2" name="">
            <a:extLst xmlns:a="http://schemas.openxmlformats.org/drawingml/2006/main">
              <a:ext uri="{FF2B5EF4-FFF2-40B4-BE49-F238E27FC236}">
                <a16:creationId xmlns:a16="http://schemas.microsoft.com/office/drawing/2014/main" id="{8CC364E3-07B7-45A3-92C9-99E98A8B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6573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3" name="">
            <a:extLst xmlns:a="http://schemas.openxmlformats.org/drawingml/2006/main">
              <a:ext uri="{FF2B5EF4-FFF2-40B4-BE49-F238E27FC236}">
                <a16:creationId xmlns:a16="http://schemas.microsoft.com/office/drawing/2014/main" id="{42D41C94-16E8-4156-A063-A6FE47DF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4" name="">
            <a:extLst xmlns:a="http://schemas.openxmlformats.org/drawingml/2006/main">
              <a:ext uri="{FF2B5EF4-FFF2-40B4-BE49-F238E27FC236}">
                <a16:creationId xmlns:a16="http://schemas.microsoft.com/office/drawing/2014/main" id="{043BA2C2-2468-41A1-94B6-43F79C9D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6573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5" name="">
            <a:extLst xmlns:a="http://schemas.openxmlformats.org/drawingml/2006/main">
              <a:ext uri="{FF2B5EF4-FFF2-40B4-BE49-F238E27FC236}">
                <a16:creationId xmlns:a16="http://schemas.microsoft.com/office/drawing/2014/main" id="{F9F0A221-DDFE-45A9-BE61-2B6FE99EA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6" name="">
            <a:extLst xmlns:a="http://schemas.openxmlformats.org/drawingml/2006/main">
              <a:ext uri="{FF2B5EF4-FFF2-40B4-BE49-F238E27FC236}">
                <a16:creationId xmlns:a16="http://schemas.microsoft.com/office/drawing/2014/main" id="{3F51D9B5-874A-42C3-800C-EACDA397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6573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7" name="">
            <a:extLst xmlns:a="http://schemas.openxmlformats.org/drawingml/2006/main">
              <a:ext uri="{FF2B5EF4-FFF2-40B4-BE49-F238E27FC236}">
                <a16:creationId xmlns:a16="http://schemas.microsoft.com/office/drawing/2014/main" id="{079E6C39-D78B-4E1A-ADAF-2953C526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573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8" name="">
            <a:extLst xmlns:a="http://schemas.openxmlformats.org/drawingml/2006/main">
              <a:ext uri="{FF2B5EF4-FFF2-40B4-BE49-F238E27FC236}">
                <a16:creationId xmlns:a16="http://schemas.microsoft.com/office/drawing/2014/main" id="{31402A2C-EFE9-4987-8BDF-4BBC11DAB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6573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79" name="">
            <a:extLst xmlns:a="http://schemas.openxmlformats.org/drawingml/2006/main">
              <a:ext uri="{FF2B5EF4-FFF2-40B4-BE49-F238E27FC236}">
                <a16:creationId xmlns:a16="http://schemas.microsoft.com/office/drawing/2014/main" id="{6D6E4DFD-BD6D-4FBB-A920-5F350E9F0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0" name="">
            <a:extLst xmlns:a="http://schemas.openxmlformats.org/drawingml/2006/main">
              <a:ext uri="{FF2B5EF4-FFF2-40B4-BE49-F238E27FC236}">
                <a16:creationId xmlns:a16="http://schemas.microsoft.com/office/drawing/2014/main" id="{E83C7598-50F2-40BC-85BD-BB642D84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6573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1" name="">
            <a:extLst xmlns:a="http://schemas.openxmlformats.org/drawingml/2006/main">
              <a:ext uri="{FF2B5EF4-FFF2-40B4-BE49-F238E27FC236}">
                <a16:creationId xmlns:a16="http://schemas.microsoft.com/office/drawing/2014/main" id="{9B8794FC-8584-4C43-A1D8-8D4FA80D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573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2" name="">
            <a:extLst xmlns:a="http://schemas.openxmlformats.org/drawingml/2006/main">
              <a:ext uri="{FF2B5EF4-FFF2-40B4-BE49-F238E27FC236}">
                <a16:creationId xmlns:a16="http://schemas.microsoft.com/office/drawing/2014/main" id="{F94BD5C5-27BE-4FA7-BD73-16F0C7D1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6573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3" name="">
            <a:extLst xmlns:a="http://schemas.openxmlformats.org/drawingml/2006/main">
              <a:ext uri="{FF2B5EF4-FFF2-40B4-BE49-F238E27FC236}">
                <a16:creationId xmlns:a16="http://schemas.microsoft.com/office/drawing/2014/main" id="{81529ED2-26D5-4466-99CA-0C5A50F0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573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4" name="">
            <a:extLst xmlns:a="http://schemas.openxmlformats.org/drawingml/2006/main">
              <a:ext uri="{FF2B5EF4-FFF2-40B4-BE49-F238E27FC236}">
                <a16:creationId xmlns:a16="http://schemas.microsoft.com/office/drawing/2014/main" id="{48B50603-0FBE-491A-A7D9-80A9AEC50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6573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5" name="">
            <a:extLst xmlns:a="http://schemas.openxmlformats.org/drawingml/2006/main">
              <a:ext uri="{FF2B5EF4-FFF2-40B4-BE49-F238E27FC236}">
                <a16:creationId xmlns:a16="http://schemas.microsoft.com/office/drawing/2014/main" id="{71A1F02D-1D7D-4E1F-A6F7-73D294F7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6573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6" name="">
            <a:extLst xmlns:a="http://schemas.openxmlformats.org/drawingml/2006/main">
              <a:ext uri="{FF2B5EF4-FFF2-40B4-BE49-F238E27FC236}">
                <a16:creationId xmlns:a16="http://schemas.microsoft.com/office/drawing/2014/main" id="{A8185C9F-0AA2-47B0-BE0A-5F27F9F9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6573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7" name="">
            <a:extLst xmlns:a="http://schemas.openxmlformats.org/drawingml/2006/main">
              <a:ext uri="{FF2B5EF4-FFF2-40B4-BE49-F238E27FC236}">
                <a16:creationId xmlns:a16="http://schemas.microsoft.com/office/drawing/2014/main" id="{03A873B0-72BA-47F2-93B0-2694250E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6573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8" name="">
            <a:extLst xmlns:a="http://schemas.openxmlformats.org/drawingml/2006/main">
              <a:ext uri="{FF2B5EF4-FFF2-40B4-BE49-F238E27FC236}">
                <a16:creationId xmlns:a16="http://schemas.microsoft.com/office/drawing/2014/main" id="{FAFDEC71-1D5A-4FCE-AF66-A79F44761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6573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89" name="">
            <a:extLst xmlns:a="http://schemas.openxmlformats.org/drawingml/2006/main">
              <a:ext uri="{FF2B5EF4-FFF2-40B4-BE49-F238E27FC236}">
                <a16:creationId xmlns:a16="http://schemas.microsoft.com/office/drawing/2014/main" id="{C72E745E-ADA9-4F26-977C-88119AF3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7430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0" name="">
            <a:extLst xmlns:a="http://schemas.openxmlformats.org/drawingml/2006/main">
              <a:ext uri="{FF2B5EF4-FFF2-40B4-BE49-F238E27FC236}">
                <a16:creationId xmlns:a16="http://schemas.microsoft.com/office/drawing/2014/main" id="{EC10B173-8380-45EF-94BF-52A49AA8D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7430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1" name="">
            <a:extLst xmlns:a="http://schemas.openxmlformats.org/drawingml/2006/main">
              <a:ext uri="{FF2B5EF4-FFF2-40B4-BE49-F238E27FC236}">
                <a16:creationId xmlns:a16="http://schemas.microsoft.com/office/drawing/2014/main" id="{4B1583BC-3984-4659-AED9-9BB12814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7430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2" name="">
            <a:extLst xmlns:a="http://schemas.openxmlformats.org/drawingml/2006/main">
              <a:ext uri="{FF2B5EF4-FFF2-40B4-BE49-F238E27FC236}">
                <a16:creationId xmlns:a16="http://schemas.microsoft.com/office/drawing/2014/main" id="{422CE776-AC24-463C-B84B-658A3563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7430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3" name="">
            <a:extLst xmlns:a="http://schemas.openxmlformats.org/drawingml/2006/main">
              <a:ext uri="{FF2B5EF4-FFF2-40B4-BE49-F238E27FC236}">
                <a16:creationId xmlns:a16="http://schemas.microsoft.com/office/drawing/2014/main" id="{1EE61BE4-588E-491A-80D3-3DB15108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430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4" name="">
            <a:extLst xmlns:a="http://schemas.openxmlformats.org/drawingml/2006/main">
              <a:ext uri="{FF2B5EF4-FFF2-40B4-BE49-F238E27FC236}">
                <a16:creationId xmlns:a16="http://schemas.microsoft.com/office/drawing/2014/main" id="{FBED1C46-0C52-40D1-A3C4-5F431D62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7430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5" name="">
            <a:extLst xmlns:a="http://schemas.openxmlformats.org/drawingml/2006/main">
              <a:ext uri="{FF2B5EF4-FFF2-40B4-BE49-F238E27FC236}">
                <a16:creationId xmlns:a16="http://schemas.microsoft.com/office/drawing/2014/main" id="{211955E3-8952-447D-9BFD-A5CAADE2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430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6" name="">
            <a:extLst xmlns:a="http://schemas.openxmlformats.org/drawingml/2006/main">
              <a:ext uri="{FF2B5EF4-FFF2-40B4-BE49-F238E27FC236}">
                <a16:creationId xmlns:a16="http://schemas.microsoft.com/office/drawing/2014/main" id="{69A6F2B9-E655-4774-8192-22A3F3D8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7430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7" name="">
            <a:extLst xmlns:a="http://schemas.openxmlformats.org/drawingml/2006/main">
              <a:ext uri="{FF2B5EF4-FFF2-40B4-BE49-F238E27FC236}">
                <a16:creationId xmlns:a16="http://schemas.microsoft.com/office/drawing/2014/main" id="{224CB91A-43E5-4D46-8CC6-795414BD0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430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8" name="">
            <a:extLst xmlns:a="http://schemas.openxmlformats.org/drawingml/2006/main">
              <a:ext uri="{FF2B5EF4-FFF2-40B4-BE49-F238E27FC236}">
                <a16:creationId xmlns:a16="http://schemas.microsoft.com/office/drawing/2014/main" id="{73231E9E-EBE3-4D77-8AA1-2FB22F77F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430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399" name="">
            <a:extLst xmlns:a="http://schemas.openxmlformats.org/drawingml/2006/main">
              <a:ext uri="{FF2B5EF4-FFF2-40B4-BE49-F238E27FC236}">
                <a16:creationId xmlns:a16="http://schemas.microsoft.com/office/drawing/2014/main" id="{94F9A4EC-2E0A-4B6B-93A0-ECD25614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430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0" name="">
            <a:extLst xmlns:a="http://schemas.openxmlformats.org/drawingml/2006/main">
              <a:ext uri="{FF2B5EF4-FFF2-40B4-BE49-F238E27FC236}">
                <a16:creationId xmlns:a16="http://schemas.microsoft.com/office/drawing/2014/main" id="{EEEF1ACD-3F88-435B-9090-3E7DB24D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7430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1" name="">
            <a:extLst xmlns:a="http://schemas.openxmlformats.org/drawingml/2006/main">
              <a:ext uri="{FF2B5EF4-FFF2-40B4-BE49-F238E27FC236}">
                <a16:creationId xmlns:a16="http://schemas.microsoft.com/office/drawing/2014/main" id="{B1CE35A3-A68E-4864-B146-4AF8A7EB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7430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2" name="">
            <a:extLst xmlns:a="http://schemas.openxmlformats.org/drawingml/2006/main">
              <a:ext uri="{FF2B5EF4-FFF2-40B4-BE49-F238E27FC236}">
                <a16:creationId xmlns:a16="http://schemas.microsoft.com/office/drawing/2014/main" id="{16B50358-3A82-46B7-9E4F-57E426C6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7430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3" name="">
            <a:extLst xmlns:a="http://schemas.openxmlformats.org/drawingml/2006/main">
              <a:ext uri="{FF2B5EF4-FFF2-40B4-BE49-F238E27FC236}">
                <a16:creationId xmlns:a16="http://schemas.microsoft.com/office/drawing/2014/main" id="{8C85D63F-C9E0-482B-9D4D-3D1AAF8C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7430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4" name="">
            <a:extLst xmlns:a="http://schemas.openxmlformats.org/drawingml/2006/main">
              <a:ext uri="{FF2B5EF4-FFF2-40B4-BE49-F238E27FC236}">
                <a16:creationId xmlns:a16="http://schemas.microsoft.com/office/drawing/2014/main" id="{272B92A4-4A6E-4E82-9923-2EE79255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7430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5" name="">
            <a:extLst xmlns:a="http://schemas.openxmlformats.org/drawingml/2006/main">
              <a:ext uri="{FF2B5EF4-FFF2-40B4-BE49-F238E27FC236}">
                <a16:creationId xmlns:a16="http://schemas.microsoft.com/office/drawing/2014/main" id="{B343A31F-B5E7-4730-87F2-DB6600B3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430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6" name="">
            <a:extLst xmlns:a="http://schemas.openxmlformats.org/drawingml/2006/main">
              <a:ext uri="{FF2B5EF4-FFF2-40B4-BE49-F238E27FC236}">
                <a16:creationId xmlns:a16="http://schemas.microsoft.com/office/drawing/2014/main" id="{FEBD6227-CAA2-457B-BCBE-BC46350F6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7430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7" name="">
            <a:extLst xmlns:a="http://schemas.openxmlformats.org/drawingml/2006/main">
              <a:ext uri="{FF2B5EF4-FFF2-40B4-BE49-F238E27FC236}">
                <a16:creationId xmlns:a16="http://schemas.microsoft.com/office/drawing/2014/main" id="{D28005BD-14AE-403D-8419-D398B0E9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7430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8" name="">
            <a:extLst xmlns:a="http://schemas.openxmlformats.org/drawingml/2006/main">
              <a:ext uri="{FF2B5EF4-FFF2-40B4-BE49-F238E27FC236}">
                <a16:creationId xmlns:a16="http://schemas.microsoft.com/office/drawing/2014/main" id="{2B0A2032-7CF7-40D7-895B-78F1156D2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7430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09" name="">
            <a:extLst xmlns:a="http://schemas.openxmlformats.org/drawingml/2006/main">
              <a:ext uri="{FF2B5EF4-FFF2-40B4-BE49-F238E27FC236}">
                <a16:creationId xmlns:a16="http://schemas.microsoft.com/office/drawing/2014/main" id="{6C74A375-B49A-4374-BB28-5BE998AA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9530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0" name="">
            <a:extLst xmlns:a="http://schemas.openxmlformats.org/drawingml/2006/main">
              <a:ext uri="{FF2B5EF4-FFF2-40B4-BE49-F238E27FC236}">
                <a16:creationId xmlns:a16="http://schemas.microsoft.com/office/drawing/2014/main" id="{D3477A8B-C231-447F-9381-920EFB83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9530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1" name="">
            <a:extLst xmlns:a="http://schemas.openxmlformats.org/drawingml/2006/main">
              <a:ext uri="{FF2B5EF4-FFF2-40B4-BE49-F238E27FC236}">
                <a16:creationId xmlns:a16="http://schemas.microsoft.com/office/drawing/2014/main" id="{654AB096-46B7-425D-A3F6-69F541C74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9530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2" name="">
            <a:extLst xmlns:a="http://schemas.openxmlformats.org/drawingml/2006/main">
              <a:ext uri="{FF2B5EF4-FFF2-40B4-BE49-F238E27FC236}">
                <a16:creationId xmlns:a16="http://schemas.microsoft.com/office/drawing/2014/main" id="{D64D107D-B088-4A68-ABEB-F8C9E5D4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9530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3" name="">
            <a:extLst xmlns:a="http://schemas.openxmlformats.org/drawingml/2006/main">
              <a:ext uri="{FF2B5EF4-FFF2-40B4-BE49-F238E27FC236}">
                <a16:creationId xmlns:a16="http://schemas.microsoft.com/office/drawing/2014/main" id="{00668ED1-B618-477D-9F28-5E866547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9530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4" name="">
            <a:extLst xmlns:a="http://schemas.openxmlformats.org/drawingml/2006/main">
              <a:ext uri="{FF2B5EF4-FFF2-40B4-BE49-F238E27FC236}">
                <a16:creationId xmlns:a16="http://schemas.microsoft.com/office/drawing/2014/main" id="{6A2608ED-4C71-4AED-A282-272E53904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9530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5" name="">
            <a:extLst xmlns:a="http://schemas.openxmlformats.org/drawingml/2006/main">
              <a:ext uri="{FF2B5EF4-FFF2-40B4-BE49-F238E27FC236}">
                <a16:creationId xmlns:a16="http://schemas.microsoft.com/office/drawing/2014/main" id="{90D56042-4976-44EA-A66F-5387BB0F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49530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6" name="">
            <a:extLst xmlns:a="http://schemas.openxmlformats.org/drawingml/2006/main">
              <a:ext uri="{FF2B5EF4-FFF2-40B4-BE49-F238E27FC236}">
                <a16:creationId xmlns:a16="http://schemas.microsoft.com/office/drawing/2014/main" id="{F59705D1-7833-48E2-9CF7-DF7278D8C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9530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7" name="">
            <a:extLst xmlns:a="http://schemas.openxmlformats.org/drawingml/2006/main">
              <a:ext uri="{FF2B5EF4-FFF2-40B4-BE49-F238E27FC236}">
                <a16:creationId xmlns:a16="http://schemas.microsoft.com/office/drawing/2014/main" id="{26DA43F6-B61B-4ACD-BB11-6C3007BF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9530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8" name="">
            <a:extLst xmlns:a="http://schemas.openxmlformats.org/drawingml/2006/main">
              <a:ext uri="{FF2B5EF4-FFF2-40B4-BE49-F238E27FC236}">
                <a16:creationId xmlns:a16="http://schemas.microsoft.com/office/drawing/2014/main" id="{DEAFF313-C322-4EE5-BE0F-BD111E92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9530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19" name="">
            <a:extLst xmlns:a="http://schemas.openxmlformats.org/drawingml/2006/main">
              <a:ext uri="{FF2B5EF4-FFF2-40B4-BE49-F238E27FC236}">
                <a16:creationId xmlns:a16="http://schemas.microsoft.com/office/drawing/2014/main" id="{98EDE8BD-CC00-472F-8117-0C8DB19A0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9530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0" name="">
            <a:extLst xmlns:a="http://schemas.openxmlformats.org/drawingml/2006/main">
              <a:ext uri="{FF2B5EF4-FFF2-40B4-BE49-F238E27FC236}">
                <a16:creationId xmlns:a16="http://schemas.microsoft.com/office/drawing/2014/main" id="{9E4CB1C7-BB33-4D11-816E-6A5EBF2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49530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1" name="">
            <a:extLst xmlns:a="http://schemas.openxmlformats.org/drawingml/2006/main">
              <a:ext uri="{FF2B5EF4-FFF2-40B4-BE49-F238E27FC236}">
                <a16:creationId xmlns:a16="http://schemas.microsoft.com/office/drawing/2014/main" id="{E33EFEFA-7894-437D-A12E-13B2CD215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9530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2" name="">
            <a:extLst xmlns:a="http://schemas.openxmlformats.org/drawingml/2006/main">
              <a:ext uri="{FF2B5EF4-FFF2-40B4-BE49-F238E27FC236}">
                <a16:creationId xmlns:a16="http://schemas.microsoft.com/office/drawing/2014/main" id="{022B95AE-0D4B-4F50-80E3-7E54E9C0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49530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3" name="">
            <a:extLst xmlns:a="http://schemas.openxmlformats.org/drawingml/2006/main">
              <a:ext uri="{FF2B5EF4-FFF2-40B4-BE49-F238E27FC236}">
                <a16:creationId xmlns:a16="http://schemas.microsoft.com/office/drawing/2014/main" id="{7620AA11-F99F-4863-896F-BB3D1822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9530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4" name="">
            <a:extLst xmlns:a="http://schemas.openxmlformats.org/drawingml/2006/main">
              <a:ext uri="{FF2B5EF4-FFF2-40B4-BE49-F238E27FC236}">
                <a16:creationId xmlns:a16="http://schemas.microsoft.com/office/drawing/2014/main" id="{01330C62-26C7-4719-A557-AA217712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49530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5" name="">
            <a:extLst xmlns:a="http://schemas.openxmlformats.org/drawingml/2006/main">
              <a:ext uri="{FF2B5EF4-FFF2-40B4-BE49-F238E27FC236}">
                <a16:creationId xmlns:a16="http://schemas.microsoft.com/office/drawing/2014/main" id="{88688C73-D12A-4F82-92B4-9FFE169B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9530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6" name="">
            <a:extLst xmlns:a="http://schemas.openxmlformats.org/drawingml/2006/main">
              <a:ext uri="{FF2B5EF4-FFF2-40B4-BE49-F238E27FC236}">
                <a16:creationId xmlns:a16="http://schemas.microsoft.com/office/drawing/2014/main" id="{D24DB5BF-F65C-48F2-A388-F76B1A927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49530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7" name="">
            <a:extLst xmlns:a="http://schemas.openxmlformats.org/drawingml/2006/main">
              <a:ext uri="{FF2B5EF4-FFF2-40B4-BE49-F238E27FC236}">
                <a16:creationId xmlns:a16="http://schemas.microsoft.com/office/drawing/2014/main" id="{94420CE5-8FA8-4DA2-9B03-DD402848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9530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8" name="">
            <a:extLst xmlns:a="http://schemas.openxmlformats.org/drawingml/2006/main">
              <a:ext uri="{FF2B5EF4-FFF2-40B4-BE49-F238E27FC236}">
                <a16:creationId xmlns:a16="http://schemas.microsoft.com/office/drawing/2014/main" id="{01A7CC98-94F5-428A-BE54-77AF26E48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49530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29" name="">
            <a:extLst xmlns:a="http://schemas.openxmlformats.org/drawingml/2006/main">
              <a:ext uri="{FF2B5EF4-FFF2-40B4-BE49-F238E27FC236}">
                <a16:creationId xmlns:a16="http://schemas.microsoft.com/office/drawing/2014/main" id="{65B0ED77-EF18-49EA-9744-994F1DDD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49530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0" name="">
            <a:extLst xmlns:a="http://schemas.openxmlformats.org/drawingml/2006/main">
              <a:ext uri="{FF2B5EF4-FFF2-40B4-BE49-F238E27FC236}">
                <a16:creationId xmlns:a16="http://schemas.microsoft.com/office/drawing/2014/main" id="{6CC3780C-28C8-4A42-B017-3C9E33A3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9530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1" name="">
            <a:extLst xmlns:a="http://schemas.openxmlformats.org/drawingml/2006/main">
              <a:ext uri="{FF2B5EF4-FFF2-40B4-BE49-F238E27FC236}">
                <a16:creationId xmlns:a16="http://schemas.microsoft.com/office/drawing/2014/main" id="{618B4F99-51D6-4F0F-BEA8-6D52DCFF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49530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2" name="">
            <a:extLst xmlns:a="http://schemas.openxmlformats.org/drawingml/2006/main">
              <a:ext uri="{FF2B5EF4-FFF2-40B4-BE49-F238E27FC236}">
                <a16:creationId xmlns:a16="http://schemas.microsoft.com/office/drawing/2014/main" id="{39929EC7-46E0-49A9-81CD-67D4DFFB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49530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3" name="">
            <a:extLst xmlns:a="http://schemas.openxmlformats.org/drawingml/2006/main">
              <a:ext uri="{FF2B5EF4-FFF2-40B4-BE49-F238E27FC236}">
                <a16:creationId xmlns:a16="http://schemas.microsoft.com/office/drawing/2014/main" id="{F4125720-18C9-4355-B366-9D15EC0B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0387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4" name="">
            <a:extLst xmlns:a="http://schemas.openxmlformats.org/drawingml/2006/main">
              <a:ext uri="{FF2B5EF4-FFF2-40B4-BE49-F238E27FC236}">
                <a16:creationId xmlns:a16="http://schemas.microsoft.com/office/drawing/2014/main" id="{141A454B-DF70-4D96-B0C9-EF24EC48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0387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5" name="">
            <a:extLst xmlns:a="http://schemas.openxmlformats.org/drawingml/2006/main">
              <a:ext uri="{FF2B5EF4-FFF2-40B4-BE49-F238E27FC236}">
                <a16:creationId xmlns:a16="http://schemas.microsoft.com/office/drawing/2014/main" id="{95A7E03E-92D0-43C6-BCAB-424D8291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0387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6" name="">
            <a:extLst xmlns:a="http://schemas.openxmlformats.org/drawingml/2006/main">
              <a:ext uri="{FF2B5EF4-FFF2-40B4-BE49-F238E27FC236}">
                <a16:creationId xmlns:a16="http://schemas.microsoft.com/office/drawing/2014/main" id="{6ADC9DD8-4C4C-497C-B587-BF22FE51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0387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7" name="">
            <a:extLst xmlns:a="http://schemas.openxmlformats.org/drawingml/2006/main">
              <a:ext uri="{FF2B5EF4-FFF2-40B4-BE49-F238E27FC236}">
                <a16:creationId xmlns:a16="http://schemas.microsoft.com/office/drawing/2014/main" id="{DE5D00CA-C60C-416A-B330-2D9C71D2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0387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8" name="">
            <a:extLst xmlns:a="http://schemas.openxmlformats.org/drawingml/2006/main">
              <a:ext uri="{FF2B5EF4-FFF2-40B4-BE49-F238E27FC236}">
                <a16:creationId xmlns:a16="http://schemas.microsoft.com/office/drawing/2014/main" id="{566A34D7-9B66-4DAE-B83A-C64D13DE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0387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39" name="">
            <a:extLst xmlns:a="http://schemas.openxmlformats.org/drawingml/2006/main">
              <a:ext uri="{FF2B5EF4-FFF2-40B4-BE49-F238E27FC236}">
                <a16:creationId xmlns:a16="http://schemas.microsoft.com/office/drawing/2014/main" id="{BA40122B-11E1-4E1C-B380-8428E97B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0387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0" name="">
            <a:extLst xmlns:a="http://schemas.openxmlformats.org/drawingml/2006/main">
              <a:ext uri="{FF2B5EF4-FFF2-40B4-BE49-F238E27FC236}">
                <a16:creationId xmlns:a16="http://schemas.microsoft.com/office/drawing/2014/main" id="{B9717070-3D74-4606-8003-CF08E32F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0387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1" name="">
            <a:extLst xmlns:a="http://schemas.openxmlformats.org/drawingml/2006/main">
              <a:ext uri="{FF2B5EF4-FFF2-40B4-BE49-F238E27FC236}">
                <a16:creationId xmlns:a16="http://schemas.microsoft.com/office/drawing/2014/main" id="{B27FB3E5-57B9-4D72-9432-ABA569EC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0387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2" name="">
            <a:extLst xmlns:a="http://schemas.openxmlformats.org/drawingml/2006/main">
              <a:ext uri="{FF2B5EF4-FFF2-40B4-BE49-F238E27FC236}">
                <a16:creationId xmlns:a16="http://schemas.microsoft.com/office/drawing/2014/main" id="{F2E80103-2970-4116-B51F-E08A6A28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0387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3" name="">
            <a:extLst xmlns:a="http://schemas.openxmlformats.org/drawingml/2006/main">
              <a:ext uri="{FF2B5EF4-FFF2-40B4-BE49-F238E27FC236}">
                <a16:creationId xmlns:a16="http://schemas.microsoft.com/office/drawing/2014/main" id="{DF71B78E-B43B-42FB-B352-D5E1A7BF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0387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4" name="">
            <a:extLst xmlns:a="http://schemas.openxmlformats.org/drawingml/2006/main">
              <a:ext uri="{FF2B5EF4-FFF2-40B4-BE49-F238E27FC236}">
                <a16:creationId xmlns:a16="http://schemas.microsoft.com/office/drawing/2014/main" id="{B6A970E6-7393-4DFD-B91B-5EC76148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0387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5" name="">
            <a:extLst xmlns:a="http://schemas.openxmlformats.org/drawingml/2006/main">
              <a:ext uri="{FF2B5EF4-FFF2-40B4-BE49-F238E27FC236}">
                <a16:creationId xmlns:a16="http://schemas.microsoft.com/office/drawing/2014/main" id="{F8A5631A-B255-4170-A364-EBEB0483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0387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6" name="">
            <a:extLst xmlns:a="http://schemas.openxmlformats.org/drawingml/2006/main">
              <a:ext uri="{FF2B5EF4-FFF2-40B4-BE49-F238E27FC236}">
                <a16:creationId xmlns:a16="http://schemas.microsoft.com/office/drawing/2014/main" id="{B42A3D35-25F2-46DD-A5FA-2B6A1B0D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0387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7" name="">
            <a:extLst xmlns:a="http://schemas.openxmlformats.org/drawingml/2006/main">
              <a:ext uri="{FF2B5EF4-FFF2-40B4-BE49-F238E27FC236}">
                <a16:creationId xmlns:a16="http://schemas.microsoft.com/office/drawing/2014/main" id="{762A9BAE-8018-4DCC-A4BC-6FA570D3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0387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8" name="">
            <a:extLst xmlns:a="http://schemas.openxmlformats.org/drawingml/2006/main">
              <a:ext uri="{FF2B5EF4-FFF2-40B4-BE49-F238E27FC236}">
                <a16:creationId xmlns:a16="http://schemas.microsoft.com/office/drawing/2014/main" id="{EDCD4E72-7B90-4CAF-A33D-9B6C624E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0387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49" name="">
            <a:extLst xmlns:a="http://schemas.openxmlformats.org/drawingml/2006/main">
              <a:ext uri="{FF2B5EF4-FFF2-40B4-BE49-F238E27FC236}">
                <a16:creationId xmlns:a16="http://schemas.microsoft.com/office/drawing/2014/main" id="{7D3678A2-5310-457B-8BF2-261BC992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0387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0" name="">
            <a:extLst xmlns:a="http://schemas.openxmlformats.org/drawingml/2006/main">
              <a:ext uri="{FF2B5EF4-FFF2-40B4-BE49-F238E27FC236}">
                <a16:creationId xmlns:a16="http://schemas.microsoft.com/office/drawing/2014/main" id="{081AA99A-D863-4622-B58C-D66174E91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0387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1" name="">
            <a:extLst xmlns:a="http://schemas.openxmlformats.org/drawingml/2006/main">
              <a:ext uri="{FF2B5EF4-FFF2-40B4-BE49-F238E27FC236}">
                <a16:creationId xmlns:a16="http://schemas.microsoft.com/office/drawing/2014/main" id="{505D44F4-5440-4CF6-AF8F-53D08AE19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0387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2" name="">
            <a:extLst xmlns:a="http://schemas.openxmlformats.org/drawingml/2006/main">
              <a:ext uri="{FF2B5EF4-FFF2-40B4-BE49-F238E27FC236}">
                <a16:creationId xmlns:a16="http://schemas.microsoft.com/office/drawing/2014/main" id="{2EAD2CF0-B69E-4764-AB89-AA07E980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0387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3" name="">
            <a:extLst xmlns:a="http://schemas.openxmlformats.org/drawingml/2006/main">
              <a:ext uri="{FF2B5EF4-FFF2-40B4-BE49-F238E27FC236}">
                <a16:creationId xmlns:a16="http://schemas.microsoft.com/office/drawing/2014/main" id="{9184A09A-841A-4A87-B9D2-89024056A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0387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4" name="">
            <a:extLst xmlns:a="http://schemas.openxmlformats.org/drawingml/2006/main">
              <a:ext uri="{FF2B5EF4-FFF2-40B4-BE49-F238E27FC236}">
                <a16:creationId xmlns:a16="http://schemas.microsoft.com/office/drawing/2014/main" id="{32A748FF-747A-4B12-A4EC-BBE73997E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0387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5" name="">
            <a:extLst xmlns:a="http://schemas.openxmlformats.org/drawingml/2006/main">
              <a:ext uri="{FF2B5EF4-FFF2-40B4-BE49-F238E27FC236}">
                <a16:creationId xmlns:a16="http://schemas.microsoft.com/office/drawing/2014/main" id="{BB287628-88CE-4776-A0B5-7B038516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0387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6" name="">
            <a:extLst xmlns:a="http://schemas.openxmlformats.org/drawingml/2006/main">
              <a:ext uri="{FF2B5EF4-FFF2-40B4-BE49-F238E27FC236}">
                <a16:creationId xmlns:a16="http://schemas.microsoft.com/office/drawing/2014/main" id="{7C049DD1-40C1-4C72-B56A-63073C6E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0387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7" name="">
            <a:extLst xmlns:a="http://schemas.openxmlformats.org/drawingml/2006/main">
              <a:ext uri="{FF2B5EF4-FFF2-40B4-BE49-F238E27FC236}">
                <a16:creationId xmlns:a16="http://schemas.microsoft.com/office/drawing/2014/main" id="{FFA40950-1960-4C96-9068-3143F374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1244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8" name="">
            <a:extLst xmlns:a="http://schemas.openxmlformats.org/drawingml/2006/main">
              <a:ext uri="{FF2B5EF4-FFF2-40B4-BE49-F238E27FC236}">
                <a16:creationId xmlns:a16="http://schemas.microsoft.com/office/drawing/2014/main" id="{E8AB12D8-07DB-4B1E-9069-752B2099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1244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59" name="">
            <a:extLst xmlns:a="http://schemas.openxmlformats.org/drawingml/2006/main">
              <a:ext uri="{FF2B5EF4-FFF2-40B4-BE49-F238E27FC236}">
                <a16:creationId xmlns:a16="http://schemas.microsoft.com/office/drawing/2014/main" id="{136660E6-EA73-4FC9-9043-6FA97ABA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1244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0" name="">
            <a:extLst xmlns:a="http://schemas.openxmlformats.org/drawingml/2006/main">
              <a:ext uri="{FF2B5EF4-FFF2-40B4-BE49-F238E27FC236}">
                <a16:creationId xmlns:a16="http://schemas.microsoft.com/office/drawing/2014/main" id="{EB547560-6CE4-4BE6-A633-56BA790D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1244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1" name="">
            <a:extLst xmlns:a="http://schemas.openxmlformats.org/drawingml/2006/main">
              <a:ext uri="{FF2B5EF4-FFF2-40B4-BE49-F238E27FC236}">
                <a16:creationId xmlns:a16="http://schemas.microsoft.com/office/drawing/2014/main" id="{AE59561F-A141-4320-BA47-6466A7CC3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1244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2" name="">
            <a:extLst xmlns:a="http://schemas.openxmlformats.org/drawingml/2006/main">
              <a:ext uri="{FF2B5EF4-FFF2-40B4-BE49-F238E27FC236}">
                <a16:creationId xmlns:a16="http://schemas.microsoft.com/office/drawing/2014/main" id="{8E4B3CF7-9AAF-4444-A9EF-2D73D2FD2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1244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3" name="">
            <a:extLst xmlns:a="http://schemas.openxmlformats.org/drawingml/2006/main">
              <a:ext uri="{FF2B5EF4-FFF2-40B4-BE49-F238E27FC236}">
                <a16:creationId xmlns:a16="http://schemas.microsoft.com/office/drawing/2014/main" id="{9B401B33-AA4D-4A8F-9522-16D89AA9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1244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4" name="">
            <a:extLst xmlns:a="http://schemas.openxmlformats.org/drawingml/2006/main">
              <a:ext uri="{FF2B5EF4-FFF2-40B4-BE49-F238E27FC236}">
                <a16:creationId xmlns:a16="http://schemas.microsoft.com/office/drawing/2014/main" id="{BB0FEB7F-B629-43B2-956C-7DC1D486E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244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5" name="">
            <a:extLst xmlns:a="http://schemas.openxmlformats.org/drawingml/2006/main">
              <a:ext uri="{FF2B5EF4-FFF2-40B4-BE49-F238E27FC236}">
                <a16:creationId xmlns:a16="http://schemas.microsoft.com/office/drawing/2014/main" id="{BB3354F9-4898-471C-812A-DB5775E8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1244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6" name="">
            <a:extLst xmlns:a="http://schemas.openxmlformats.org/drawingml/2006/main">
              <a:ext uri="{FF2B5EF4-FFF2-40B4-BE49-F238E27FC236}">
                <a16:creationId xmlns:a16="http://schemas.microsoft.com/office/drawing/2014/main" id="{18E10141-BF0D-4AF4-882E-C269D7C1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1244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7" name="">
            <a:extLst xmlns:a="http://schemas.openxmlformats.org/drawingml/2006/main">
              <a:ext uri="{FF2B5EF4-FFF2-40B4-BE49-F238E27FC236}">
                <a16:creationId xmlns:a16="http://schemas.microsoft.com/office/drawing/2014/main" id="{DE6F9FD0-8E1C-4185-BB93-D492AA5F7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1244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8" name="">
            <a:extLst xmlns:a="http://schemas.openxmlformats.org/drawingml/2006/main">
              <a:ext uri="{FF2B5EF4-FFF2-40B4-BE49-F238E27FC236}">
                <a16:creationId xmlns:a16="http://schemas.microsoft.com/office/drawing/2014/main" id="{7F87C7F4-8520-425E-A248-AED9CE8E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1244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69" name="">
            <a:extLst xmlns:a="http://schemas.openxmlformats.org/drawingml/2006/main">
              <a:ext uri="{FF2B5EF4-FFF2-40B4-BE49-F238E27FC236}">
                <a16:creationId xmlns:a16="http://schemas.microsoft.com/office/drawing/2014/main" id="{038EEDFB-6237-42AC-8029-D4686793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1244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0" name="">
            <a:extLst xmlns:a="http://schemas.openxmlformats.org/drawingml/2006/main">
              <a:ext uri="{FF2B5EF4-FFF2-40B4-BE49-F238E27FC236}">
                <a16:creationId xmlns:a16="http://schemas.microsoft.com/office/drawing/2014/main" id="{8752A601-B173-4B63-B763-959594D5C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1244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1" name="">
            <a:extLst xmlns:a="http://schemas.openxmlformats.org/drawingml/2006/main">
              <a:ext uri="{FF2B5EF4-FFF2-40B4-BE49-F238E27FC236}">
                <a16:creationId xmlns:a16="http://schemas.microsoft.com/office/drawing/2014/main" id="{FE28EE58-CD7D-46EF-A8A3-F8BABE05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1244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2" name="">
            <a:extLst xmlns:a="http://schemas.openxmlformats.org/drawingml/2006/main">
              <a:ext uri="{FF2B5EF4-FFF2-40B4-BE49-F238E27FC236}">
                <a16:creationId xmlns:a16="http://schemas.microsoft.com/office/drawing/2014/main" id="{D5A42E19-EDB3-4D69-BF00-2BBD2F99C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1244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3" name="">
            <a:extLst xmlns:a="http://schemas.openxmlformats.org/drawingml/2006/main">
              <a:ext uri="{FF2B5EF4-FFF2-40B4-BE49-F238E27FC236}">
                <a16:creationId xmlns:a16="http://schemas.microsoft.com/office/drawing/2014/main" id="{D65CB3A2-AB72-44C5-B0C9-67DB6321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1244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4" name="">
            <a:extLst xmlns:a="http://schemas.openxmlformats.org/drawingml/2006/main">
              <a:ext uri="{FF2B5EF4-FFF2-40B4-BE49-F238E27FC236}">
                <a16:creationId xmlns:a16="http://schemas.microsoft.com/office/drawing/2014/main" id="{DF172366-C006-459A-820D-87EB5F83B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1244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5" name="">
            <a:extLst xmlns:a="http://schemas.openxmlformats.org/drawingml/2006/main">
              <a:ext uri="{FF2B5EF4-FFF2-40B4-BE49-F238E27FC236}">
                <a16:creationId xmlns:a16="http://schemas.microsoft.com/office/drawing/2014/main" id="{AF07E7A8-E0BA-46B7-9410-0D916A7A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1244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6" name="">
            <a:extLst xmlns:a="http://schemas.openxmlformats.org/drawingml/2006/main">
              <a:ext uri="{FF2B5EF4-FFF2-40B4-BE49-F238E27FC236}">
                <a16:creationId xmlns:a16="http://schemas.microsoft.com/office/drawing/2014/main" id="{8CBDA299-53B6-4E34-A067-3E19F9F8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1244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7" name="">
            <a:extLst xmlns:a="http://schemas.openxmlformats.org/drawingml/2006/main">
              <a:ext uri="{FF2B5EF4-FFF2-40B4-BE49-F238E27FC236}">
                <a16:creationId xmlns:a16="http://schemas.microsoft.com/office/drawing/2014/main" id="{214A7226-DCC7-4D84-B83D-55CD9EEA1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1244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8" name="">
            <a:extLst xmlns:a="http://schemas.openxmlformats.org/drawingml/2006/main">
              <a:ext uri="{FF2B5EF4-FFF2-40B4-BE49-F238E27FC236}">
                <a16:creationId xmlns:a16="http://schemas.microsoft.com/office/drawing/2014/main" id="{A365139D-D0A0-46A0-9D77-B1B264AEA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1244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79" name="">
            <a:extLst xmlns:a="http://schemas.openxmlformats.org/drawingml/2006/main">
              <a:ext uri="{FF2B5EF4-FFF2-40B4-BE49-F238E27FC236}">
                <a16:creationId xmlns:a16="http://schemas.microsoft.com/office/drawing/2014/main" id="{A8605D2F-8F6F-444F-96D9-C918BCB8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1244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0" name="">
            <a:extLst xmlns:a="http://schemas.openxmlformats.org/drawingml/2006/main">
              <a:ext uri="{FF2B5EF4-FFF2-40B4-BE49-F238E27FC236}">
                <a16:creationId xmlns:a16="http://schemas.microsoft.com/office/drawing/2014/main" id="{6C0E7399-163E-4C23-A807-C3E0FB10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1244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1" name="">
            <a:extLst xmlns:a="http://schemas.openxmlformats.org/drawingml/2006/main">
              <a:ext uri="{FF2B5EF4-FFF2-40B4-BE49-F238E27FC236}">
                <a16:creationId xmlns:a16="http://schemas.microsoft.com/office/drawing/2014/main" id="{A5CF252E-1E87-43FB-9752-89D554CF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2101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2" name="">
            <a:extLst xmlns:a="http://schemas.openxmlformats.org/drawingml/2006/main">
              <a:ext uri="{FF2B5EF4-FFF2-40B4-BE49-F238E27FC236}">
                <a16:creationId xmlns:a16="http://schemas.microsoft.com/office/drawing/2014/main" id="{3909618A-1DBA-4190-934D-D0AC28FA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2101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3" name="">
            <a:extLst xmlns:a="http://schemas.openxmlformats.org/drawingml/2006/main">
              <a:ext uri="{FF2B5EF4-FFF2-40B4-BE49-F238E27FC236}">
                <a16:creationId xmlns:a16="http://schemas.microsoft.com/office/drawing/2014/main" id="{DEF6CC25-4ACE-4B95-A571-D06517F8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01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4" name="">
            <a:extLst xmlns:a="http://schemas.openxmlformats.org/drawingml/2006/main">
              <a:ext uri="{FF2B5EF4-FFF2-40B4-BE49-F238E27FC236}">
                <a16:creationId xmlns:a16="http://schemas.microsoft.com/office/drawing/2014/main" id="{84507B00-AFFD-495D-BC78-9724381A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2101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5" name="">
            <a:extLst xmlns:a="http://schemas.openxmlformats.org/drawingml/2006/main">
              <a:ext uri="{FF2B5EF4-FFF2-40B4-BE49-F238E27FC236}">
                <a16:creationId xmlns:a16="http://schemas.microsoft.com/office/drawing/2014/main" id="{3B2EE904-A58C-49C3-B24F-ADA6B3F8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2101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6" name="">
            <a:extLst xmlns:a="http://schemas.openxmlformats.org/drawingml/2006/main">
              <a:ext uri="{FF2B5EF4-FFF2-40B4-BE49-F238E27FC236}">
                <a16:creationId xmlns:a16="http://schemas.microsoft.com/office/drawing/2014/main" id="{99408AF5-F5F6-4073-8D9D-15623B88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2101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7" name="">
            <a:extLst xmlns:a="http://schemas.openxmlformats.org/drawingml/2006/main">
              <a:ext uri="{FF2B5EF4-FFF2-40B4-BE49-F238E27FC236}">
                <a16:creationId xmlns:a16="http://schemas.microsoft.com/office/drawing/2014/main" id="{38EAA325-8DDA-4F3A-BC74-20AD43737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2101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8" name="">
            <a:extLst xmlns:a="http://schemas.openxmlformats.org/drawingml/2006/main">
              <a:ext uri="{FF2B5EF4-FFF2-40B4-BE49-F238E27FC236}">
                <a16:creationId xmlns:a16="http://schemas.microsoft.com/office/drawing/2014/main" id="{2D626D70-2C64-4C4B-AD47-5CA67026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2101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89" name="">
            <a:extLst xmlns:a="http://schemas.openxmlformats.org/drawingml/2006/main">
              <a:ext uri="{FF2B5EF4-FFF2-40B4-BE49-F238E27FC236}">
                <a16:creationId xmlns:a16="http://schemas.microsoft.com/office/drawing/2014/main" id="{E203C72D-D2BC-43AD-8D30-542F344E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2101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0" name="">
            <a:extLst xmlns:a="http://schemas.openxmlformats.org/drawingml/2006/main">
              <a:ext uri="{FF2B5EF4-FFF2-40B4-BE49-F238E27FC236}">
                <a16:creationId xmlns:a16="http://schemas.microsoft.com/office/drawing/2014/main" id="{430A478D-07CD-4162-8D23-1D439CDCD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2101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1" name="">
            <a:extLst xmlns:a="http://schemas.openxmlformats.org/drawingml/2006/main">
              <a:ext uri="{FF2B5EF4-FFF2-40B4-BE49-F238E27FC236}">
                <a16:creationId xmlns:a16="http://schemas.microsoft.com/office/drawing/2014/main" id="{190BB1BA-AFB0-4039-9B45-5BBF0A3E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101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2" name="">
            <a:extLst xmlns:a="http://schemas.openxmlformats.org/drawingml/2006/main">
              <a:ext uri="{FF2B5EF4-FFF2-40B4-BE49-F238E27FC236}">
                <a16:creationId xmlns:a16="http://schemas.microsoft.com/office/drawing/2014/main" id="{E80554F1-E045-48F3-872B-33552398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2101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3" name="">
            <a:extLst xmlns:a="http://schemas.openxmlformats.org/drawingml/2006/main">
              <a:ext uri="{FF2B5EF4-FFF2-40B4-BE49-F238E27FC236}">
                <a16:creationId xmlns:a16="http://schemas.microsoft.com/office/drawing/2014/main" id="{DCF9685E-6B7E-41D6-A184-F5C622A94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2101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4" name="">
            <a:extLst xmlns:a="http://schemas.openxmlformats.org/drawingml/2006/main">
              <a:ext uri="{FF2B5EF4-FFF2-40B4-BE49-F238E27FC236}">
                <a16:creationId xmlns:a16="http://schemas.microsoft.com/office/drawing/2014/main" id="{2E29691C-3F0C-48E6-AC4D-D77391D4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2101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5" name="">
            <a:extLst xmlns:a="http://schemas.openxmlformats.org/drawingml/2006/main">
              <a:ext uri="{FF2B5EF4-FFF2-40B4-BE49-F238E27FC236}">
                <a16:creationId xmlns:a16="http://schemas.microsoft.com/office/drawing/2014/main" id="{2F626A36-283C-4908-A9F3-C0891F22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2101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6" name="">
            <a:extLst xmlns:a="http://schemas.openxmlformats.org/drawingml/2006/main">
              <a:ext uri="{FF2B5EF4-FFF2-40B4-BE49-F238E27FC236}">
                <a16:creationId xmlns:a16="http://schemas.microsoft.com/office/drawing/2014/main" id="{614355B8-0EE9-422D-A782-32E6DADF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2101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7" name="">
            <a:extLst xmlns:a="http://schemas.openxmlformats.org/drawingml/2006/main">
              <a:ext uri="{FF2B5EF4-FFF2-40B4-BE49-F238E27FC236}">
                <a16:creationId xmlns:a16="http://schemas.microsoft.com/office/drawing/2014/main" id="{3D0D000E-E635-4F10-A666-3141A241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2101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8" name="">
            <a:extLst xmlns:a="http://schemas.openxmlformats.org/drawingml/2006/main">
              <a:ext uri="{FF2B5EF4-FFF2-40B4-BE49-F238E27FC236}">
                <a16:creationId xmlns:a16="http://schemas.microsoft.com/office/drawing/2014/main" id="{32B9EE7B-5000-41ED-87CC-188D6F3C7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2101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499" name="">
            <a:extLst xmlns:a="http://schemas.openxmlformats.org/drawingml/2006/main">
              <a:ext uri="{FF2B5EF4-FFF2-40B4-BE49-F238E27FC236}">
                <a16:creationId xmlns:a16="http://schemas.microsoft.com/office/drawing/2014/main" id="{B9BDD0EC-9A8B-4F09-81E4-213D64DE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2101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0" name="">
            <a:extLst xmlns:a="http://schemas.openxmlformats.org/drawingml/2006/main">
              <a:ext uri="{FF2B5EF4-FFF2-40B4-BE49-F238E27FC236}">
                <a16:creationId xmlns:a16="http://schemas.microsoft.com/office/drawing/2014/main" id="{0B18D1E9-8DFA-4BA9-BD38-BA0453A2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2101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1" name="">
            <a:extLst xmlns:a="http://schemas.openxmlformats.org/drawingml/2006/main">
              <a:ext uri="{FF2B5EF4-FFF2-40B4-BE49-F238E27FC236}">
                <a16:creationId xmlns:a16="http://schemas.microsoft.com/office/drawing/2014/main" id="{88061B8F-93A7-4CF7-B52E-9C732048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2101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2" name="">
            <a:extLst xmlns:a="http://schemas.openxmlformats.org/drawingml/2006/main">
              <a:ext uri="{FF2B5EF4-FFF2-40B4-BE49-F238E27FC236}">
                <a16:creationId xmlns:a16="http://schemas.microsoft.com/office/drawing/2014/main" id="{A2F51605-8F82-4288-A2B1-0C21B73D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2101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3" name="">
            <a:extLst xmlns:a="http://schemas.openxmlformats.org/drawingml/2006/main">
              <a:ext uri="{FF2B5EF4-FFF2-40B4-BE49-F238E27FC236}">
                <a16:creationId xmlns:a16="http://schemas.microsoft.com/office/drawing/2014/main" id="{B193F776-DE32-48BC-94C5-0187280A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2101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4" name="">
            <a:extLst xmlns:a="http://schemas.openxmlformats.org/drawingml/2006/main">
              <a:ext uri="{FF2B5EF4-FFF2-40B4-BE49-F238E27FC236}">
                <a16:creationId xmlns:a16="http://schemas.microsoft.com/office/drawing/2014/main" id="{7871847E-0FC8-442A-8F5B-F34D9126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2101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5" name="">
            <a:extLst xmlns:a="http://schemas.openxmlformats.org/drawingml/2006/main">
              <a:ext uri="{FF2B5EF4-FFF2-40B4-BE49-F238E27FC236}">
                <a16:creationId xmlns:a16="http://schemas.microsoft.com/office/drawing/2014/main" id="{387C3E89-0761-4E9C-B155-63C81197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2959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6" name="">
            <a:extLst xmlns:a="http://schemas.openxmlformats.org/drawingml/2006/main">
              <a:ext uri="{FF2B5EF4-FFF2-40B4-BE49-F238E27FC236}">
                <a16:creationId xmlns:a16="http://schemas.microsoft.com/office/drawing/2014/main" id="{CEE5C36F-7CE4-48C6-A46B-A14C3EEA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2959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7" name="">
            <a:extLst xmlns:a="http://schemas.openxmlformats.org/drawingml/2006/main">
              <a:ext uri="{FF2B5EF4-FFF2-40B4-BE49-F238E27FC236}">
                <a16:creationId xmlns:a16="http://schemas.microsoft.com/office/drawing/2014/main" id="{944BB57F-011C-4D35-95C5-B1AE9BF2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959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8" name="">
            <a:extLst xmlns:a="http://schemas.openxmlformats.org/drawingml/2006/main">
              <a:ext uri="{FF2B5EF4-FFF2-40B4-BE49-F238E27FC236}">
                <a16:creationId xmlns:a16="http://schemas.microsoft.com/office/drawing/2014/main" id="{CD6CA8F4-EBA7-4228-8E22-C97421D8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2959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09" name="">
            <a:extLst xmlns:a="http://schemas.openxmlformats.org/drawingml/2006/main">
              <a:ext uri="{FF2B5EF4-FFF2-40B4-BE49-F238E27FC236}">
                <a16:creationId xmlns:a16="http://schemas.microsoft.com/office/drawing/2014/main" id="{CD863967-7D2F-4D3E-9C01-2E3AFB81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2959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0" name="">
            <a:extLst xmlns:a="http://schemas.openxmlformats.org/drawingml/2006/main">
              <a:ext uri="{FF2B5EF4-FFF2-40B4-BE49-F238E27FC236}">
                <a16:creationId xmlns:a16="http://schemas.microsoft.com/office/drawing/2014/main" id="{5893DE04-4D3B-45CA-B630-DA0599CE6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2959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1" name="">
            <a:extLst xmlns:a="http://schemas.openxmlformats.org/drawingml/2006/main">
              <a:ext uri="{FF2B5EF4-FFF2-40B4-BE49-F238E27FC236}">
                <a16:creationId xmlns:a16="http://schemas.microsoft.com/office/drawing/2014/main" id="{A23EA270-6231-44AD-BADC-DAB73633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2959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2" name="">
            <a:extLst xmlns:a="http://schemas.openxmlformats.org/drawingml/2006/main">
              <a:ext uri="{FF2B5EF4-FFF2-40B4-BE49-F238E27FC236}">
                <a16:creationId xmlns:a16="http://schemas.microsoft.com/office/drawing/2014/main" id="{B94C61C8-FE86-4CB8-AA05-E6AA8876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2959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3" name="">
            <a:extLst xmlns:a="http://schemas.openxmlformats.org/drawingml/2006/main">
              <a:ext uri="{FF2B5EF4-FFF2-40B4-BE49-F238E27FC236}">
                <a16:creationId xmlns:a16="http://schemas.microsoft.com/office/drawing/2014/main" id="{561F584D-EFFA-47AB-91BE-113196C3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2959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4" name="">
            <a:extLst xmlns:a="http://schemas.openxmlformats.org/drawingml/2006/main">
              <a:ext uri="{FF2B5EF4-FFF2-40B4-BE49-F238E27FC236}">
                <a16:creationId xmlns:a16="http://schemas.microsoft.com/office/drawing/2014/main" id="{0AFEC659-A9ED-4078-BD71-AD45DB25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2959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5" name="">
            <a:extLst xmlns:a="http://schemas.openxmlformats.org/drawingml/2006/main">
              <a:ext uri="{FF2B5EF4-FFF2-40B4-BE49-F238E27FC236}">
                <a16:creationId xmlns:a16="http://schemas.microsoft.com/office/drawing/2014/main" id="{CCE25431-2F61-4E18-ABCC-6F9C8CF46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959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6" name="">
            <a:extLst xmlns:a="http://schemas.openxmlformats.org/drawingml/2006/main">
              <a:ext uri="{FF2B5EF4-FFF2-40B4-BE49-F238E27FC236}">
                <a16:creationId xmlns:a16="http://schemas.microsoft.com/office/drawing/2014/main" id="{B679F819-ADC4-47D3-BFE8-096ED386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2959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7" name="">
            <a:extLst xmlns:a="http://schemas.openxmlformats.org/drawingml/2006/main">
              <a:ext uri="{FF2B5EF4-FFF2-40B4-BE49-F238E27FC236}">
                <a16:creationId xmlns:a16="http://schemas.microsoft.com/office/drawing/2014/main" id="{15D6B894-FE83-4B84-A5F0-6C26B9FB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2959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8" name="">
            <a:extLst xmlns:a="http://schemas.openxmlformats.org/drawingml/2006/main">
              <a:ext uri="{FF2B5EF4-FFF2-40B4-BE49-F238E27FC236}">
                <a16:creationId xmlns:a16="http://schemas.microsoft.com/office/drawing/2014/main" id="{32476B34-9A1A-4EB7-8315-AD747F86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2959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19" name="">
            <a:extLst xmlns:a="http://schemas.openxmlformats.org/drawingml/2006/main">
              <a:ext uri="{FF2B5EF4-FFF2-40B4-BE49-F238E27FC236}">
                <a16:creationId xmlns:a16="http://schemas.microsoft.com/office/drawing/2014/main" id="{5C6D345C-8416-4E17-B0D8-DCF3B96EB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2959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0" name="">
            <a:extLst xmlns:a="http://schemas.openxmlformats.org/drawingml/2006/main">
              <a:ext uri="{FF2B5EF4-FFF2-40B4-BE49-F238E27FC236}">
                <a16:creationId xmlns:a16="http://schemas.microsoft.com/office/drawing/2014/main" id="{249D6B5B-D0D2-4A89-AA68-F9347F1E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2959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1" name="">
            <a:extLst xmlns:a="http://schemas.openxmlformats.org/drawingml/2006/main">
              <a:ext uri="{FF2B5EF4-FFF2-40B4-BE49-F238E27FC236}">
                <a16:creationId xmlns:a16="http://schemas.microsoft.com/office/drawing/2014/main" id="{F17E47E7-0B26-426E-A8F7-5F290475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2959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2" name="">
            <a:extLst xmlns:a="http://schemas.openxmlformats.org/drawingml/2006/main">
              <a:ext uri="{FF2B5EF4-FFF2-40B4-BE49-F238E27FC236}">
                <a16:creationId xmlns:a16="http://schemas.microsoft.com/office/drawing/2014/main" id="{AC81DC78-EF98-4124-93C7-DD9F653F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2959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3" name="">
            <a:extLst xmlns:a="http://schemas.openxmlformats.org/drawingml/2006/main">
              <a:ext uri="{FF2B5EF4-FFF2-40B4-BE49-F238E27FC236}">
                <a16:creationId xmlns:a16="http://schemas.microsoft.com/office/drawing/2014/main" id="{AA843AC6-8527-426B-9ED8-2DEEB2A8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2959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4" name="">
            <a:extLst xmlns:a="http://schemas.openxmlformats.org/drawingml/2006/main">
              <a:ext uri="{FF2B5EF4-FFF2-40B4-BE49-F238E27FC236}">
                <a16:creationId xmlns:a16="http://schemas.microsoft.com/office/drawing/2014/main" id="{4FDB2211-EBF8-4E71-AB1F-F885131C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2959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5" name="">
            <a:extLst xmlns:a="http://schemas.openxmlformats.org/drawingml/2006/main">
              <a:ext uri="{FF2B5EF4-FFF2-40B4-BE49-F238E27FC236}">
                <a16:creationId xmlns:a16="http://schemas.microsoft.com/office/drawing/2014/main" id="{7709E8DB-FA06-48EC-ACF2-CF08010D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2959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6" name="">
            <a:extLst xmlns:a="http://schemas.openxmlformats.org/drawingml/2006/main">
              <a:ext uri="{FF2B5EF4-FFF2-40B4-BE49-F238E27FC236}">
                <a16:creationId xmlns:a16="http://schemas.microsoft.com/office/drawing/2014/main" id="{C5656A3C-6ACF-4B55-9C54-63BDD2E0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2959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7" name="">
            <a:extLst xmlns:a="http://schemas.openxmlformats.org/drawingml/2006/main">
              <a:ext uri="{FF2B5EF4-FFF2-40B4-BE49-F238E27FC236}">
                <a16:creationId xmlns:a16="http://schemas.microsoft.com/office/drawing/2014/main" id="{30491FF5-90C0-4BE4-9296-E11CC3833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2959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8" name="">
            <a:extLst xmlns:a="http://schemas.openxmlformats.org/drawingml/2006/main">
              <a:ext uri="{FF2B5EF4-FFF2-40B4-BE49-F238E27FC236}">
                <a16:creationId xmlns:a16="http://schemas.microsoft.com/office/drawing/2014/main" id="{45542690-639F-4204-AAE3-137AB256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2959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29" name="">
            <a:extLst xmlns:a="http://schemas.openxmlformats.org/drawingml/2006/main">
              <a:ext uri="{FF2B5EF4-FFF2-40B4-BE49-F238E27FC236}">
                <a16:creationId xmlns:a16="http://schemas.microsoft.com/office/drawing/2014/main" id="{0E0808DE-10BD-4CD6-AB1B-77EB6910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3816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0" name="">
            <a:extLst xmlns:a="http://schemas.openxmlformats.org/drawingml/2006/main">
              <a:ext uri="{FF2B5EF4-FFF2-40B4-BE49-F238E27FC236}">
                <a16:creationId xmlns:a16="http://schemas.microsoft.com/office/drawing/2014/main" id="{F53DE319-6DFB-4373-AF15-BB9F7485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3816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1" name="">
            <a:extLst xmlns:a="http://schemas.openxmlformats.org/drawingml/2006/main">
              <a:ext uri="{FF2B5EF4-FFF2-40B4-BE49-F238E27FC236}">
                <a16:creationId xmlns:a16="http://schemas.microsoft.com/office/drawing/2014/main" id="{4A1BC139-F40F-437C-AEB3-129DC226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3816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2" name="">
            <a:extLst xmlns:a="http://schemas.openxmlformats.org/drawingml/2006/main">
              <a:ext uri="{FF2B5EF4-FFF2-40B4-BE49-F238E27FC236}">
                <a16:creationId xmlns:a16="http://schemas.microsoft.com/office/drawing/2014/main" id="{56F7F362-B690-48F2-B063-0E7EB647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3816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3" name="">
            <a:extLst xmlns:a="http://schemas.openxmlformats.org/drawingml/2006/main">
              <a:ext uri="{FF2B5EF4-FFF2-40B4-BE49-F238E27FC236}">
                <a16:creationId xmlns:a16="http://schemas.microsoft.com/office/drawing/2014/main" id="{3EEE1D23-9D63-477A-A8E3-0F7B4078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3816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4" name="">
            <a:extLst xmlns:a="http://schemas.openxmlformats.org/drawingml/2006/main">
              <a:ext uri="{FF2B5EF4-FFF2-40B4-BE49-F238E27FC236}">
                <a16:creationId xmlns:a16="http://schemas.microsoft.com/office/drawing/2014/main" id="{457E80F2-753C-429A-8D70-62D870A8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3816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5" name="">
            <a:extLst xmlns:a="http://schemas.openxmlformats.org/drawingml/2006/main">
              <a:ext uri="{FF2B5EF4-FFF2-40B4-BE49-F238E27FC236}">
                <a16:creationId xmlns:a16="http://schemas.microsoft.com/office/drawing/2014/main" id="{F7270BDD-F687-46B6-B738-51533118F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3816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6" name="">
            <a:extLst xmlns:a="http://schemas.openxmlformats.org/drawingml/2006/main">
              <a:ext uri="{FF2B5EF4-FFF2-40B4-BE49-F238E27FC236}">
                <a16:creationId xmlns:a16="http://schemas.microsoft.com/office/drawing/2014/main" id="{2EE2D7C8-7902-4513-B807-8A2C6CCD1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3816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7" name="">
            <a:extLst xmlns:a="http://schemas.openxmlformats.org/drawingml/2006/main">
              <a:ext uri="{FF2B5EF4-FFF2-40B4-BE49-F238E27FC236}">
                <a16:creationId xmlns:a16="http://schemas.microsoft.com/office/drawing/2014/main" id="{EDF68D09-A81F-495B-8156-472E5CAD4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816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8" name="">
            <a:extLst xmlns:a="http://schemas.openxmlformats.org/drawingml/2006/main">
              <a:ext uri="{FF2B5EF4-FFF2-40B4-BE49-F238E27FC236}">
                <a16:creationId xmlns:a16="http://schemas.microsoft.com/office/drawing/2014/main" id="{5F506BA2-351C-46D7-AEC5-55B1CFFE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3816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39" name="">
            <a:extLst xmlns:a="http://schemas.openxmlformats.org/drawingml/2006/main">
              <a:ext uri="{FF2B5EF4-FFF2-40B4-BE49-F238E27FC236}">
                <a16:creationId xmlns:a16="http://schemas.microsoft.com/office/drawing/2014/main" id="{88BBCDE2-BD47-4796-9033-20DF8D20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3816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0" name="">
            <a:extLst xmlns:a="http://schemas.openxmlformats.org/drawingml/2006/main">
              <a:ext uri="{FF2B5EF4-FFF2-40B4-BE49-F238E27FC236}">
                <a16:creationId xmlns:a16="http://schemas.microsoft.com/office/drawing/2014/main" id="{95418747-DCE3-416D-97D8-F079B82D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3816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1" name="">
            <a:extLst xmlns:a="http://schemas.openxmlformats.org/drawingml/2006/main">
              <a:ext uri="{FF2B5EF4-FFF2-40B4-BE49-F238E27FC236}">
                <a16:creationId xmlns:a16="http://schemas.microsoft.com/office/drawing/2014/main" id="{793228CB-2481-4609-AEFF-2DC6EC75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3816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2" name="">
            <a:extLst xmlns:a="http://schemas.openxmlformats.org/drawingml/2006/main">
              <a:ext uri="{FF2B5EF4-FFF2-40B4-BE49-F238E27FC236}">
                <a16:creationId xmlns:a16="http://schemas.microsoft.com/office/drawing/2014/main" id="{DB70BEB9-CAD0-4CCB-8F13-D9B3E98F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3816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3" name="">
            <a:extLst xmlns:a="http://schemas.openxmlformats.org/drawingml/2006/main">
              <a:ext uri="{FF2B5EF4-FFF2-40B4-BE49-F238E27FC236}">
                <a16:creationId xmlns:a16="http://schemas.microsoft.com/office/drawing/2014/main" id="{07C0AA6C-1C56-4095-8A13-9ED4492F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3816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4" name="">
            <a:extLst xmlns:a="http://schemas.openxmlformats.org/drawingml/2006/main">
              <a:ext uri="{FF2B5EF4-FFF2-40B4-BE49-F238E27FC236}">
                <a16:creationId xmlns:a16="http://schemas.microsoft.com/office/drawing/2014/main" id="{B1CD3942-20F4-4DD8-97BD-CA3A79E6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3816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5" name="">
            <a:extLst xmlns:a="http://schemas.openxmlformats.org/drawingml/2006/main">
              <a:ext uri="{FF2B5EF4-FFF2-40B4-BE49-F238E27FC236}">
                <a16:creationId xmlns:a16="http://schemas.microsoft.com/office/drawing/2014/main" id="{A2983E15-1A7E-4CE8-845D-8EAADF57D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3816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6" name="">
            <a:extLst xmlns:a="http://schemas.openxmlformats.org/drawingml/2006/main">
              <a:ext uri="{FF2B5EF4-FFF2-40B4-BE49-F238E27FC236}">
                <a16:creationId xmlns:a16="http://schemas.microsoft.com/office/drawing/2014/main" id="{8933A156-0ADE-4432-9896-DF383A1A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3816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7" name="">
            <a:extLst xmlns:a="http://schemas.openxmlformats.org/drawingml/2006/main">
              <a:ext uri="{FF2B5EF4-FFF2-40B4-BE49-F238E27FC236}">
                <a16:creationId xmlns:a16="http://schemas.microsoft.com/office/drawing/2014/main" id="{71D3AB67-62AA-4FCC-A3E5-A73CA952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3816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8" name="">
            <a:extLst xmlns:a="http://schemas.openxmlformats.org/drawingml/2006/main">
              <a:ext uri="{FF2B5EF4-FFF2-40B4-BE49-F238E27FC236}">
                <a16:creationId xmlns:a16="http://schemas.microsoft.com/office/drawing/2014/main" id="{DB15A3CC-AD6C-42F8-87A3-8C28B489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3816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49" name="">
            <a:extLst xmlns:a="http://schemas.openxmlformats.org/drawingml/2006/main">
              <a:ext uri="{FF2B5EF4-FFF2-40B4-BE49-F238E27FC236}">
                <a16:creationId xmlns:a16="http://schemas.microsoft.com/office/drawing/2014/main" id="{1AD7B4F3-D473-4F5C-80A3-2C62A3750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3816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0" name="">
            <a:extLst xmlns:a="http://schemas.openxmlformats.org/drawingml/2006/main">
              <a:ext uri="{FF2B5EF4-FFF2-40B4-BE49-F238E27FC236}">
                <a16:creationId xmlns:a16="http://schemas.microsoft.com/office/drawing/2014/main" id="{AF24E2C5-94B9-4C47-BAEB-8226784E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3816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1" name="">
            <a:extLst xmlns:a="http://schemas.openxmlformats.org/drawingml/2006/main">
              <a:ext uri="{FF2B5EF4-FFF2-40B4-BE49-F238E27FC236}">
                <a16:creationId xmlns:a16="http://schemas.microsoft.com/office/drawing/2014/main" id="{6E8EF0A3-49D9-4D0E-B05F-55FB8D61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3816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2" name="">
            <a:extLst xmlns:a="http://schemas.openxmlformats.org/drawingml/2006/main">
              <a:ext uri="{FF2B5EF4-FFF2-40B4-BE49-F238E27FC236}">
                <a16:creationId xmlns:a16="http://schemas.microsoft.com/office/drawing/2014/main" id="{A610ADD6-78C9-476A-A6E3-7D10C3BD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3816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3" name="">
            <a:extLst xmlns:a="http://schemas.openxmlformats.org/drawingml/2006/main">
              <a:ext uri="{FF2B5EF4-FFF2-40B4-BE49-F238E27FC236}">
                <a16:creationId xmlns:a16="http://schemas.microsoft.com/office/drawing/2014/main" id="{74FDD49B-521E-4B03-A5A6-7626F9BDA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4673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4" name="">
            <a:extLst xmlns:a="http://schemas.openxmlformats.org/drawingml/2006/main">
              <a:ext uri="{FF2B5EF4-FFF2-40B4-BE49-F238E27FC236}">
                <a16:creationId xmlns:a16="http://schemas.microsoft.com/office/drawing/2014/main" id="{89010940-A794-4C42-9181-00747CD1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4673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5" name="">
            <a:extLst xmlns:a="http://schemas.openxmlformats.org/drawingml/2006/main">
              <a:ext uri="{FF2B5EF4-FFF2-40B4-BE49-F238E27FC236}">
                <a16:creationId xmlns:a16="http://schemas.microsoft.com/office/drawing/2014/main" id="{43EBC1E6-7207-4C1F-8329-28AB0CC3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4673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6" name="">
            <a:extLst xmlns:a="http://schemas.openxmlformats.org/drawingml/2006/main">
              <a:ext uri="{FF2B5EF4-FFF2-40B4-BE49-F238E27FC236}">
                <a16:creationId xmlns:a16="http://schemas.microsoft.com/office/drawing/2014/main" id="{D05EACB9-744C-4471-9896-F835663E5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4673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7" name="">
            <a:extLst xmlns:a="http://schemas.openxmlformats.org/drawingml/2006/main">
              <a:ext uri="{FF2B5EF4-FFF2-40B4-BE49-F238E27FC236}">
                <a16:creationId xmlns:a16="http://schemas.microsoft.com/office/drawing/2014/main" id="{D98C05DB-75DB-45D7-9668-329583F9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4673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8" name="">
            <a:extLst xmlns:a="http://schemas.openxmlformats.org/drawingml/2006/main">
              <a:ext uri="{FF2B5EF4-FFF2-40B4-BE49-F238E27FC236}">
                <a16:creationId xmlns:a16="http://schemas.microsoft.com/office/drawing/2014/main" id="{FF243D8E-36C2-4598-A969-06655CDC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4673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59" name="">
            <a:extLst xmlns:a="http://schemas.openxmlformats.org/drawingml/2006/main">
              <a:ext uri="{FF2B5EF4-FFF2-40B4-BE49-F238E27FC236}">
                <a16:creationId xmlns:a16="http://schemas.microsoft.com/office/drawing/2014/main" id="{04B9C3E0-80E9-476C-9739-3DCDD689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4673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0" name="">
            <a:extLst xmlns:a="http://schemas.openxmlformats.org/drawingml/2006/main">
              <a:ext uri="{FF2B5EF4-FFF2-40B4-BE49-F238E27FC236}">
                <a16:creationId xmlns:a16="http://schemas.microsoft.com/office/drawing/2014/main" id="{476A4CE1-5FA8-48E5-BA2D-1EC052BE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4673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1" name="">
            <a:extLst xmlns:a="http://schemas.openxmlformats.org/drawingml/2006/main">
              <a:ext uri="{FF2B5EF4-FFF2-40B4-BE49-F238E27FC236}">
                <a16:creationId xmlns:a16="http://schemas.microsoft.com/office/drawing/2014/main" id="{C84E93F6-6B66-41A7-B9D3-3C367E917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4673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2" name="">
            <a:extLst xmlns:a="http://schemas.openxmlformats.org/drawingml/2006/main">
              <a:ext uri="{FF2B5EF4-FFF2-40B4-BE49-F238E27FC236}">
                <a16:creationId xmlns:a16="http://schemas.microsoft.com/office/drawing/2014/main" id="{B1464DDE-9F9E-4FDB-8715-5C71E7D6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4673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3" name="">
            <a:extLst xmlns:a="http://schemas.openxmlformats.org/drawingml/2006/main">
              <a:ext uri="{FF2B5EF4-FFF2-40B4-BE49-F238E27FC236}">
                <a16:creationId xmlns:a16="http://schemas.microsoft.com/office/drawing/2014/main" id="{ADBF0021-72F1-411C-B530-1B5A61A2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4673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4" name="">
            <a:extLst xmlns:a="http://schemas.openxmlformats.org/drawingml/2006/main">
              <a:ext uri="{FF2B5EF4-FFF2-40B4-BE49-F238E27FC236}">
                <a16:creationId xmlns:a16="http://schemas.microsoft.com/office/drawing/2014/main" id="{9DCFB799-63EE-4D79-8DA1-A19EBFCD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4673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5" name="">
            <a:extLst xmlns:a="http://schemas.openxmlformats.org/drawingml/2006/main">
              <a:ext uri="{FF2B5EF4-FFF2-40B4-BE49-F238E27FC236}">
                <a16:creationId xmlns:a16="http://schemas.microsoft.com/office/drawing/2014/main" id="{F50FAFB7-2983-4683-8435-E5E096218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4673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6" name="">
            <a:extLst xmlns:a="http://schemas.openxmlformats.org/drawingml/2006/main">
              <a:ext uri="{FF2B5EF4-FFF2-40B4-BE49-F238E27FC236}">
                <a16:creationId xmlns:a16="http://schemas.microsoft.com/office/drawing/2014/main" id="{CB493B5F-0DC4-4128-A15A-781F1553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4673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7" name="">
            <a:extLst xmlns:a="http://schemas.openxmlformats.org/drawingml/2006/main">
              <a:ext uri="{FF2B5EF4-FFF2-40B4-BE49-F238E27FC236}">
                <a16:creationId xmlns:a16="http://schemas.microsoft.com/office/drawing/2014/main" id="{AC6FE855-8C3B-4037-B53D-AB9FA1F5D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4673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8" name="">
            <a:extLst xmlns:a="http://schemas.openxmlformats.org/drawingml/2006/main">
              <a:ext uri="{FF2B5EF4-FFF2-40B4-BE49-F238E27FC236}">
                <a16:creationId xmlns:a16="http://schemas.microsoft.com/office/drawing/2014/main" id="{0581D2F3-506B-48A2-875F-1E809261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4673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69" name="">
            <a:extLst xmlns:a="http://schemas.openxmlformats.org/drawingml/2006/main">
              <a:ext uri="{FF2B5EF4-FFF2-40B4-BE49-F238E27FC236}">
                <a16:creationId xmlns:a16="http://schemas.microsoft.com/office/drawing/2014/main" id="{F969A8D8-007D-450B-9657-97F0B04E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4673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0" name="">
            <a:extLst xmlns:a="http://schemas.openxmlformats.org/drawingml/2006/main">
              <a:ext uri="{FF2B5EF4-FFF2-40B4-BE49-F238E27FC236}">
                <a16:creationId xmlns:a16="http://schemas.microsoft.com/office/drawing/2014/main" id="{FC3B3DBA-F2A3-427B-ACA2-FB8E9762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4673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1" name="">
            <a:extLst xmlns:a="http://schemas.openxmlformats.org/drawingml/2006/main">
              <a:ext uri="{FF2B5EF4-FFF2-40B4-BE49-F238E27FC236}">
                <a16:creationId xmlns:a16="http://schemas.microsoft.com/office/drawing/2014/main" id="{44B1A245-D151-4431-A238-5CB636BB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4673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2" name="">
            <a:extLst xmlns:a="http://schemas.openxmlformats.org/drawingml/2006/main">
              <a:ext uri="{FF2B5EF4-FFF2-40B4-BE49-F238E27FC236}">
                <a16:creationId xmlns:a16="http://schemas.microsoft.com/office/drawing/2014/main" id="{E816BD00-A1A5-48F6-AE59-DD316874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4673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3" name="">
            <a:extLst xmlns:a="http://schemas.openxmlformats.org/drawingml/2006/main">
              <a:ext uri="{FF2B5EF4-FFF2-40B4-BE49-F238E27FC236}">
                <a16:creationId xmlns:a16="http://schemas.microsoft.com/office/drawing/2014/main" id="{5FC5CF91-AD07-4889-AD82-6F6C8BBA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4673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4" name="">
            <a:extLst xmlns:a="http://schemas.openxmlformats.org/drawingml/2006/main">
              <a:ext uri="{FF2B5EF4-FFF2-40B4-BE49-F238E27FC236}">
                <a16:creationId xmlns:a16="http://schemas.microsoft.com/office/drawing/2014/main" id="{B4ACE357-33E8-4A0B-A60F-D31228DA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4673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5" name="">
            <a:extLst xmlns:a="http://schemas.openxmlformats.org/drawingml/2006/main">
              <a:ext uri="{FF2B5EF4-FFF2-40B4-BE49-F238E27FC236}">
                <a16:creationId xmlns:a16="http://schemas.microsoft.com/office/drawing/2014/main" id="{B14B5115-CCB9-4C93-AE40-82E12660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4673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6" name="">
            <a:extLst xmlns:a="http://schemas.openxmlformats.org/drawingml/2006/main">
              <a:ext uri="{FF2B5EF4-FFF2-40B4-BE49-F238E27FC236}">
                <a16:creationId xmlns:a16="http://schemas.microsoft.com/office/drawing/2014/main" id="{05684270-223E-410A-9401-ACF60C5B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4673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7" name="">
            <a:extLst xmlns:a="http://schemas.openxmlformats.org/drawingml/2006/main">
              <a:ext uri="{FF2B5EF4-FFF2-40B4-BE49-F238E27FC236}">
                <a16:creationId xmlns:a16="http://schemas.microsoft.com/office/drawing/2014/main" id="{973A4225-14AE-4682-9354-E4FE1B3D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5530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8" name="">
            <a:extLst xmlns:a="http://schemas.openxmlformats.org/drawingml/2006/main">
              <a:ext uri="{FF2B5EF4-FFF2-40B4-BE49-F238E27FC236}">
                <a16:creationId xmlns:a16="http://schemas.microsoft.com/office/drawing/2014/main" id="{D5ABAA71-AEC0-48D1-BD63-1B25F5F4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5530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79" name="">
            <a:extLst xmlns:a="http://schemas.openxmlformats.org/drawingml/2006/main">
              <a:ext uri="{FF2B5EF4-FFF2-40B4-BE49-F238E27FC236}">
                <a16:creationId xmlns:a16="http://schemas.microsoft.com/office/drawing/2014/main" id="{418FF335-9D59-4A74-8FFE-2E036BA8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5530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0" name="">
            <a:extLst xmlns:a="http://schemas.openxmlformats.org/drawingml/2006/main">
              <a:ext uri="{FF2B5EF4-FFF2-40B4-BE49-F238E27FC236}">
                <a16:creationId xmlns:a16="http://schemas.microsoft.com/office/drawing/2014/main" id="{287DAA96-4496-49E1-99A9-6D92F67D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5530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1" name="">
            <a:extLst xmlns:a="http://schemas.openxmlformats.org/drawingml/2006/main">
              <a:ext uri="{FF2B5EF4-FFF2-40B4-BE49-F238E27FC236}">
                <a16:creationId xmlns:a16="http://schemas.microsoft.com/office/drawing/2014/main" id="{9523FE71-EFEB-48BC-A6E5-4410C3DF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5530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2" name="">
            <a:extLst xmlns:a="http://schemas.openxmlformats.org/drawingml/2006/main">
              <a:ext uri="{FF2B5EF4-FFF2-40B4-BE49-F238E27FC236}">
                <a16:creationId xmlns:a16="http://schemas.microsoft.com/office/drawing/2014/main" id="{8FC8DD50-C642-4D46-A014-CF66D4F2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5530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3" name="">
            <a:extLst xmlns:a="http://schemas.openxmlformats.org/drawingml/2006/main">
              <a:ext uri="{FF2B5EF4-FFF2-40B4-BE49-F238E27FC236}">
                <a16:creationId xmlns:a16="http://schemas.microsoft.com/office/drawing/2014/main" id="{86143297-712F-4F5E-AD24-96144DF1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5530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4" name="">
            <a:extLst xmlns:a="http://schemas.openxmlformats.org/drawingml/2006/main">
              <a:ext uri="{FF2B5EF4-FFF2-40B4-BE49-F238E27FC236}">
                <a16:creationId xmlns:a16="http://schemas.microsoft.com/office/drawing/2014/main" id="{96DA8EA3-4F37-4F03-A83B-149F77C5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530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5" name="">
            <a:extLst xmlns:a="http://schemas.openxmlformats.org/drawingml/2006/main">
              <a:ext uri="{FF2B5EF4-FFF2-40B4-BE49-F238E27FC236}">
                <a16:creationId xmlns:a16="http://schemas.microsoft.com/office/drawing/2014/main" id="{BEB4925E-E0B0-44DC-AB76-B3C3DE05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5530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6" name="">
            <a:extLst xmlns:a="http://schemas.openxmlformats.org/drawingml/2006/main">
              <a:ext uri="{FF2B5EF4-FFF2-40B4-BE49-F238E27FC236}">
                <a16:creationId xmlns:a16="http://schemas.microsoft.com/office/drawing/2014/main" id="{818819A6-C748-483F-9B4A-A545C416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5530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7" name="">
            <a:extLst xmlns:a="http://schemas.openxmlformats.org/drawingml/2006/main">
              <a:ext uri="{FF2B5EF4-FFF2-40B4-BE49-F238E27FC236}">
                <a16:creationId xmlns:a16="http://schemas.microsoft.com/office/drawing/2014/main" id="{90B3E28D-1154-4456-9141-B914120E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5530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8" name="">
            <a:extLst xmlns:a="http://schemas.openxmlformats.org/drawingml/2006/main">
              <a:ext uri="{FF2B5EF4-FFF2-40B4-BE49-F238E27FC236}">
                <a16:creationId xmlns:a16="http://schemas.microsoft.com/office/drawing/2014/main" id="{F295B251-8840-4F50-ACCE-5F9A04EA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5530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89" name="">
            <a:extLst xmlns:a="http://schemas.openxmlformats.org/drawingml/2006/main">
              <a:ext uri="{FF2B5EF4-FFF2-40B4-BE49-F238E27FC236}">
                <a16:creationId xmlns:a16="http://schemas.microsoft.com/office/drawing/2014/main" id="{49E59AA8-9E2C-46EB-B76C-8B99214E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5530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0" name="">
            <a:extLst xmlns:a="http://schemas.openxmlformats.org/drawingml/2006/main">
              <a:ext uri="{FF2B5EF4-FFF2-40B4-BE49-F238E27FC236}">
                <a16:creationId xmlns:a16="http://schemas.microsoft.com/office/drawing/2014/main" id="{CDB51552-E8E6-4FBC-B94D-90C5F687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5530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1" name="">
            <a:extLst xmlns:a="http://schemas.openxmlformats.org/drawingml/2006/main">
              <a:ext uri="{FF2B5EF4-FFF2-40B4-BE49-F238E27FC236}">
                <a16:creationId xmlns:a16="http://schemas.microsoft.com/office/drawing/2014/main" id="{BC747FEF-EC1D-4308-B148-F5B0E3F6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5530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2" name="">
            <a:extLst xmlns:a="http://schemas.openxmlformats.org/drawingml/2006/main">
              <a:ext uri="{FF2B5EF4-FFF2-40B4-BE49-F238E27FC236}">
                <a16:creationId xmlns:a16="http://schemas.microsoft.com/office/drawing/2014/main" id="{495D6BF2-721A-4AD1-AE9E-C12A6D045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5530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3" name="">
            <a:extLst xmlns:a="http://schemas.openxmlformats.org/drawingml/2006/main">
              <a:ext uri="{FF2B5EF4-FFF2-40B4-BE49-F238E27FC236}">
                <a16:creationId xmlns:a16="http://schemas.microsoft.com/office/drawing/2014/main" id="{32C09DDE-8E27-4D67-A294-5237761E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5530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4" name="">
            <a:extLst xmlns:a="http://schemas.openxmlformats.org/drawingml/2006/main">
              <a:ext uri="{FF2B5EF4-FFF2-40B4-BE49-F238E27FC236}">
                <a16:creationId xmlns:a16="http://schemas.microsoft.com/office/drawing/2014/main" id="{7EA06614-8DA3-4F0B-99C0-151EF9AF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5530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5" name="">
            <a:extLst xmlns:a="http://schemas.openxmlformats.org/drawingml/2006/main">
              <a:ext uri="{FF2B5EF4-FFF2-40B4-BE49-F238E27FC236}">
                <a16:creationId xmlns:a16="http://schemas.microsoft.com/office/drawing/2014/main" id="{0826F961-5204-40E1-A801-80CF39BE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5530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6" name="">
            <a:extLst xmlns:a="http://schemas.openxmlformats.org/drawingml/2006/main">
              <a:ext uri="{FF2B5EF4-FFF2-40B4-BE49-F238E27FC236}">
                <a16:creationId xmlns:a16="http://schemas.microsoft.com/office/drawing/2014/main" id="{80A8D845-99DB-47A0-85BF-18FF3355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5530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7" name="">
            <a:extLst xmlns:a="http://schemas.openxmlformats.org/drawingml/2006/main">
              <a:ext uri="{FF2B5EF4-FFF2-40B4-BE49-F238E27FC236}">
                <a16:creationId xmlns:a16="http://schemas.microsoft.com/office/drawing/2014/main" id="{87DBDB47-EE4A-4E61-86D7-F09A89B5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5530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8" name="">
            <a:extLst xmlns:a="http://schemas.openxmlformats.org/drawingml/2006/main">
              <a:ext uri="{FF2B5EF4-FFF2-40B4-BE49-F238E27FC236}">
                <a16:creationId xmlns:a16="http://schemas.microsoft.com/office/drawing/2014/main" id="{E2328A5A-F2F5-44EC-A617-FF6185D7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5530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99" name="">
            <a:extLst xmlns:a="http://schemas.openxmlformats.org/drawingml/2006/main">
              <a:ext uri="{FF2B5EF4-FFF2-40B4-BE49-F238E27FC236}">
                <a16:creationId xmlns:a16="http://schemas.microsoft.com/office/drawing/2014/main" id="{17EB7119-99F0-4AF0-B144-7FD875C5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5530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0" name="">
            <a:extLst xmlns:a="http://schemas.openxmlformats.org/drawingml/2006/main">
              <a:ext uri="{FF2B5EF4-FFF2-40B4-BE49-F238E27FC236}">
                <a16:creationId xmlns:a16="http://schemas.microsoft.com/office/drawing/2014/main" id="{E80DBEF0-28CC-4682-9B81-61024955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5530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1" name="">
            <a:extLst xmlns:a="http://schemas.openxmlformats.org/drawingml/2006/main">
              <a:ext uri="{FF2B5EF4-FFF2-40B4-BE49-F238E27FC236}">
                <a16:creationId xmlns:a16="http://schemas.microsoft.com/office/drawing/2014/main" id="{C9573604-3867-4280-BC90-87365E8F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6388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2" name="">
            <a:extLst xmlns:a="http://schemas.openxmlformats.org/drawingml/2006/main">
              <a:ext uri="{FF2B5EF4-FFF2-40B4-BE49-F238E27FC236}">
                <a16:creationId xmlns:a16="http://schemas.microsoft.com/office/drawing/2014/main" id="{75FE0271-05A0-48BF-8CF3-089441028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6388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3" name="">
            <a:extLst xmlns:a="http://schemas.openxmlformats.org/drawingml/2006/main">
              <a:ext uri="{FF2B5EF4-FFF2-40B4-BE49-F238E27FC236}">
                <a16:creationId xmlns:a16="http://schemas.microsoft.com/office/drawing/2014/main" id="{AC587A22-C1EC-4B4E-861D-B9927492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6388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4" name="">
            <a:extLst xmlns:a="http://schemas.openxmlformats.org/drawingml/2006/main">
              <a:ext uri="{FF2B5EF4-FFF2-40B4-BE49-F238E27FC236}">
                <a16:creationId xmlns:a16="http://schemas.microsoft.com/office/drawing/2014/main" id="{9518308D-2459-4A3F-A06D-4505804FB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6388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5" name="">
            <a:extLst xmlns:a="http://schemas.openxmlformats.org/drawingml/2006/main">
              <a:ext uri="{FF2B5EF4-FFF2-40B4-BE49-F238E27FC236}">
                <a16:creationId xmlns:a16="http://schemas.microsoft.com/office/drawing/2014/main" id="{E4852AE6-259E-486D-8243-DDB308187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6388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6" name="">
            <a:extLst xmlns:a="http://schemas.openxmlformats.org/drawingml/2006/main">
              <a:ext uri="{FF2B5EF4-FFF2-40B4-BE49-F238E27FC236}">
                <a16:creationId xmlns:a16="http://schemas.microsoft.com/office/drawing/2014/main" id="{3D9B2379-9C0D-4E90-AC4D-8E35379C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6388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7" name="">
            <a:extLst xmlns:a="http://schemas.openxmlformats.org/drawingml/2006/main">
              <a:ext uri="{FF2B5EF4-FFF2-40B4-BE49-F238E27FC236}">
                <a16:creationId xmlns:a16="http://schemas.microsoft.com/office/drawing/2014/main" id="{79D2A75E-EA0C-4CE4-BCC8-851844E04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6388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8" name="">
            <a:extLst xmlns:a="http://schemas.openxmlformats.org/drawingml/2006/main">
              <a:ext uri="{FF2B5EF4-FFF2-40B4-BE49-F238E27FC236}">
                <a16:creationId xmlns:a16="http://schemas.microsoft.com/office/drawing/2014/main" id="{77D557DC-0970-4101-A7C2-9A3B25CE2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6388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09" name="">
            <a:extLst xmlns:a="http://schemas.openxmlformats.org/drawingml/2006/main">
              <a:ext uri="{FF2B5EF4-FFF2-40B4-BE49-F238E27FC236}">
                <a16:creationId xmlns:a16="http://schemas.microsoft.com/office/drawing/2014/main" id="{2B7F1756-D3CF-4926-8349-4CD2CAA6B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6388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0" name="">
            <a:extLst xmlns:a="http://schemas.openxmlformats.org/drawingml/2006/main">
              <a:ext uri="{FF2B5EF4-FFF2-40B4-BE49-F238E27FC236}">
                <a16:creationId xmlns:a16="http://schemas.microsoft.com/office/drawing/2014/main" id="{1CE806B5-0A9D-4E64-BFF1-7B5B9E3B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6388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1" name="">
            <a:extLst xmlns:a="http://schemas.openxmlformats.org/drawingml/2006/main">
              <a:ext uri="{FF2B5EF4-FFF2-40B4-BE49-F238E27FC236}">
                <a16:creationId xmlns:a16="http://schemas.microsoft.com/office/drawing/2014/main" id="{E6DB71AB-B305-41C5-9523-A4E973BFD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388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2" name="">
            <a:extLst xmlns:a="http://schemas.openxmlformats.org/drawingml/2006/main">
              <a:ext uri="{FF2B5EF4-FFF2-40B4-BE49-F238E27FC236}">
                <a16:creationId xmlns:a16="http://schemas.microsoft.com/office/drawing/2014/main" id="{0C7783C3-5AA8-47FC-8AE0-455E84D6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6388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3" name="">
            <a:extLst xmlns:a="http://schemas.openxmlformats.org/drawingml/2006/main">
              <a:ext uri="{FF2B5EF4-FFF2-40B4-BE49-F238E27FC236}">
                <a16:creationId xmlns:a16="http://schemas.microsoft.com/office/drawing/2014/main" id="{3BB8AB19-5E8B-4E54-B9BD-508193C9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6388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4" name="">
            <a:extLst xmlns:a="http://schemas.openxmlformats.org/drawingml/2006/main">
              <a:ext uri="{FF2B5EF4-FFF2-40B4-BE49-F238E27FC236}">
                <a16:creationId xmlns:a16="http://schemas.microsoft.com/office/drawing/2014/main" id="{F8F2C7E9-AEE0-41D7-BA3B-969F53D9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6388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5" name="">
            <a:extLst xmlns:a="http://schemas.openxmlformats.org/drawingml/2006/main">
              <a:ext uri="{FF2B5EF4-FFF2-40B4-BE49-F238E27FC236}">
                <a16:creationId xmlns:a16="http://schemas.microsoft.com/office/drawing/2014/main" id="{B12F57CF-27E9-44FF-BC56-E330FB90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6388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6" name="">
            <a:extLst xmlns:a="http://schemas.openxmlformats.org/drawingml/2006/main">
              <a:ext uri="{FF2B5EF4-FFF2-40B4-BE49-F238E27FC236}">
                <a16:creationId xmlns:a16="http://schemas.microsoft.com/office/drawing/2014/main" id="{E7FA4DC1-C95B-4010-B86C-FAC3200D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6388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7" name="">
            <a:extLst xmlns:a="http://schemas.openxmlformats.org/drawingml/2006/main">
              <a:ext uri="{FF2B5EF4-FFF2-40B4-BE49-F238E27FC236}">
                <a16:creationId xmlns:a16="http://schemas.microsoft.com/office/drawing/2014/main" id="{90C719B5-F1F8-4A26-A951-2AAA5590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6388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8" name="">
            <a:extLst xmlns:a="http://schemas.openxmlformats.org/drawingml/2006/main">
              <a:ext uri="{FF2B5EF4-FFF2-40B4-BE49-F238E27FC236}">
                <a16:creationId xmlns:a16="http://schemas.microsoft.com/office/drawing/2014/main" id="{72D1ABEA-F242-4840-8F72-BFFFF2A2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6388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19" name="">
            <a:extLst xmlns:a="http://schemas.openxmlformats.org/drawingml/2006/main">
              <a:ext uri="{FF2B5EF4-FFF2-40B4-BE49-F238E27FC236}">
                <a16:creationId xmlns:a16="http://schemas.microsoft.com/office/drawing/2014/main" id="{C6CE3EC9-ECDB-4CFC-B613-67F35BE9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6388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0" name="">
            <a:extLst xmlns:a="http://schemas.openxmlformats.org/drawingml/2006/main">
              <a:ext uri="{FF2B5EF4-FFF2-40B4-BE49-F238E27FC236}">
                <a16:creationId xmlns:a16="http://schemas.microsoft.com/office/drawing/2014/main" id="{55701DB1-6C45-4D7B-B0D7-811576DF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6388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1" name="">
            <a:extLst xmlns:a="http://schemas.openxmlformats.org/drawingml/2006/main">
              <a:ext uri="{FF2B5EF4-FFF2-40B4-BE49-F238E27FC236}">
                <a16:creationId xmlns:a16="http://schemas.microsoft.com/office/drawing/2014/main" id="{41D772AE-65DA-4CE3-B1E6-0EE96169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6388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2" name="">
            <a:extLst xmlns:a="http://schemas.openxmlformats.org/drawingml/2006/main">
              <a:ext uri="{FF2B5EF4-FFF2-40B4-BE49-F238E27FC236}">
                <a16:creationId xmlns:a16="http://schemas.microsoft.com/office/drawing/2014/main" id="{35452A55-3956-4FB7-96C7-6FBC12A8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6388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3" name="">
            <a:extLst xmlns:a="http://schemas.openxmlformats.org/drawingml/2006/main">
              <a:ext uri="{FF2B5EF4-FFF2-40B4-BE49-F238E27FC236}">
                <a16:creationId xmlns:a16="http://schemas.microsoft.com/office/drawing/2014/main" id="{76402D67-BCCC-4B3C-9DB9-1CCD1B52C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6388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4" name="">
            <a:extLst xmlns:a="http://schemas.openxmlformats.org/drawingml/2006/main">
              <a:ext uri="{FF2B5EF4-FFF2-40B4-BE49-F238E27FC236}">
                <a16:creationId xmlns:a16="http://schemas.microsoft.com/office/drawing/2014/main" id="{49C0B982-C72A-4AF4-AFA2-530C7DB3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6388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5" name="">
            <a:extLst xmlns:a="http://schemas.openxmlformats.org/drawingml/2006/main">
              <a:ext uri="{FF2B5EF4-FFF2-40B4-BE49-F238E27FC236}">
                <a16:creationId xmlns:a16="http://schemas.microsoft.com/office/drawing/2014/main" id="{32931032-7505-4733-92D9-41F1C84E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7245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6" name="">
            <a:extLst xmlns:a="http://schemas.openxmlformats.org/drawingml/2006/main">
              <a:ext uri="{FF2B5EF4-FFF2-40B4-BE49-F238E27FC236}">
                <a16:creationId xmlns:a16="http://schemas.microsoft.com/office/drawing/2014/main" id="{BD13392A-042C-46F2-88E3-DB3ED62D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7245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7" name="">
            <a:extLst xmlns:a="http://schemas.openxmlformats.org/drawingml/2006/main">
              <a:ext uri="{FF2B5EF4-FFF2-40B4-BE49-F238E27FC236}">
                <a16:creationId xmlns:a16="http://schemas.microsoft.com/office/drawing/2014/main" id="{7AC216C2-108E-410D-8DFF-FCBDFA11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7245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8" name="">
            <a:extLst xmlns:a="http://schemas.openxmlformats.org/drawingml/2006/main">
              <a:ext uri="{FF2B5EF4-FFF2-40B4-BE49-F238E27FC236}">
                <a16:creationId xmlns:a16="http://schemas.microsoft.com/office/drawing/2014/main" id="{B1ADE955-197D-42BF-9E1E-B561FD9B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7245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29" name="">
            <a:extLst xmlns:a="http://schemas.openxmlformats.org/drawingml/2006/main">
              <a:ext uri="{FF2B5EF4-FFF2-40B4-BE49-F238E27FC236}">
                <a16:creationId xmlns:a16="http://schemas.microsoft.com/office/drawing/2014/main" id="{CAD5A8C8-C1E2-4F79-8774-A7C5017C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7245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0" name="">
            <a:extLst xmlns:a="http://schemas.openxmlformats.org/drawingml/2006/main">
              <a:ext uri="{FF2B5EF4-FFF2-40B4-BE49-F238E27FC236}">
                <a16:creationId xmlns:a16="http://schemas.microsoft.com/office/drawing/2014/main" id="{1B61B36E-EA7E-4F47-8BAE-43F6CBF9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7245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1" name="">
            <a:extLst xmlns:a="http://schemas.openxmlformats.org/drawingml/2006/main">
              <a:ext uri="{FF2B5EF4-FFF2-40B4-BE49-F238E27FC236}">
                <a16:creationId xmlns:a16="http://schemas.microsoft.com/office/drawing/2014/main" id="{8D5AA834-4E1F-4920-A58F-BEC634FF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7245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2" name="">
            <a:extLst xmlns:a="http://schemas.openxmlformats.org/drawingml/2006/main">
              <a:ext uri="{FF2B5EF4-FFF2-40B4-BE49-F238E27FC236}">
                <a16:creationId xmlns:a16="http://schemas.microsoft.com/office/drawing/2014/main" id="{1AA0E9E4-FF7D-4559-9E05-60DC02E8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7245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3" name="">
            <a:extLst xmlns:a="http://schemas.openxmlformats.org/drawingml/2006/main">
              <a:ext uri="{FF2B5EF4-FFF2-40B4-BE49-F238E27FC236}">
                <a16:creationId xmlns:a16="http://schemas.microsoft.com/office/drawing/2014/main" id="{657B87C3-58BB-4C2A-A14F-32B9255D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7245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4" name="">
            <a:extLst xmlns:a="http://schemas.openxmlformats.org/drawingml/2006/main">
              <a:ext uri="{FF2B5EF4-FFF2-40B4-BE49-F238E27FC236}">
                <a16:creationId xmlns:a16="http://schemas.microsoft.com/office/drawing/2014/main" id="{8E2BF78E-B257-4A93-A2E6-4A4598D0F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7245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5" name="">
            <a:extLst xmlns:a="http://schemas.openxmlformats.org/drawingml/2006/main">
              <a:ext uri="{FF2B5EF4-FFF2-40B4-BE49-F238E27FC236}">
                <a16:creationId xmlns:a16="http://schemas.microsoft.com/office/drawing/2014/main" id="{0D9D705C-A08D-4BF7-86C5-9E5CA0A6F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7245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6" name="">
            <a:extLst xmlns:a="http://schemas.openxmlformats.org/drawingml/2006/main">
              <a:ext uri="{FF2B5EF4-FFF2-40B4-BE49-F238E27FC236}">
                <a16:creationId xmlns:a16="http://schemas.microsoft.com/office/drawing/2014/main" id="{7C85012A-3418-4294-9599-5985A0BB9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7245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7" name="">
            <a:extLst xmlns:a="http://schemas.openxmlformats.org/drawingml/2006/main">
              <a:ext uri="{FF2B5EF4-FFF2-40B4-BE49-F238E27FC236}">
                <a16:creationId xmlns:a16="http://schemas.microsoft.com/office/drawing/2014/main" id="{9FE2B68E-DA50-4DAC-9A24-3F695A49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7245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8" name="">
            <a:extLst xmlns:a="http://schemas.openxmlformats.org/drawingml/2006/main">
              <a:ext uri="{FF2B5EF4-FFF2-40B4-BE49-F238E27FC236}">
                <a16:creationId xmlns:a16="http://schemas.microsoft.com/office/drawing/2014/main" id="{358DC546-4CDF-41B6-BE11-913DD597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7245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39" name="">
            <a:extLst xmlns:a="http://schemas.openxmlformats.org/drawingml/2006/main">
              <a:ext uri="{FF2B5EF4-FFF2-40B4-BE49-F238E27FC236}">
                <a16:creationId xmlns:a16="http://schemas.microsoft.com/office/drawing/2014/main" id="{D75C75EC-E6C1-46B2-BAEF-1F349775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7245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0" name="">
            <a:extLst xmlns:a="http://schemas.openxmlformats.org/drawingml/2006/main">
              <a:ext uri="{FF2B5EF4-FFF2-40B4-BE49-F238E27FC236}">
                <a16:creationId xmlns:a16="http://schemas.microsoft.com/office/drawing/2014/main" id="{36D0F22E-58FF-4999-B2BC-D7CCDB3E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7245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1" name="">
            <a:extLst xmlns:a="http://schemas.openxmlformats.org/drawingml/2006/main">
              <a:ext uri="{FF2B5EF4-FFF2-40B4-BE49-F238E27FC236}">
                <a16:creationId xmlns:a16="http://schemas.microsoft.com/office/drawing/2014/main" id="{10414218-05E9-4C90-BF30-3E638A9C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7245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2" name="">
            <a:extLst xmlns:a="http://schemas.openxmlformats.org/drawingml/2006/main">
              <a:ext uri="{FF2B5EF4-FFF2-40B4-BE49-F238E27FC236}">
                <a16:creationId xmlns:a16="http://schemas.microsoft.com/office/drawing/2014/main" id="{F60F90A3-F66B-4BD6-8398-60D78584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7245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3" name="">
            <a:extLst xmlns:a="http://schemas.openxmlformats.org/drawingml/2006/main">
              <a:ext uri="{FF2B5EF4-FFF2-40B4-BE49-F238E27FC236}">
                <a16:creationId xmlns:a16="http://schemas.microsoft.com/office/drawing/2014/main" id="{7BF77AA0-071E-4E18-BAEB-8F85CEEB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245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4" name="">
            <a:extLst xmlns:a="http://schemas.openxmlformats.org/drawingml/2006/main">
              <a:ext uri="{FF2B5EF4-FFF2-40B4-BE49-F238E27FC236}">
                <a16:creationId xmlns:a16="http://schemas.microsoft.com/office/drawing/2014/main" id="{9F0E6508-C264-4E18-8096-7BFACB92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7245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5" name="">
            <a:extLst xmlns:a="http://schemas.openxmlformats.org/drawingml/2006/main">
              <a:ext uri="{FF2B5EF4-FFF2-40B4-BE49-F238E27FC236}">
                <a16:creationId xmlns:a16="http://schemas.microsoft.com/office/drawing/2014/main" id="{7263502F-A22B-4A4C-AB47-432ED663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7245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6" name="">
            <a:extLst xmlns:a="http://schemas.openxmlformats.org/drawingml/2006/main">
              <a:ext uri="{FF2B5EF4-FFF2-40B4-BE49-F238E27FC236}">
                <a16:creationId xmlns:a16="http://schemas.microsoft.com/office/drawing/2014/main" id="{2324E365-3EF7-4177-B718-9C3CDCE2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7245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7" name="">
            <a:extLst xmlns:a="http://schemas.openxmlformats.org/drawingml/2006/main">
              <a:ext uri="{FF2B5EF4-FFF2-40B4-BE49-F238E27FC236}">
                <a16:creationId xmlns:a16="http://schemas.microsoft.com/office/drawing/2014/main" id="{87D61A45-A0E3-4EC2-856C-DD28F645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7245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8" name="">
            <a:extLst xmlns:a="http://schemas.openxmlformats.org/drawingml/2006/main">
              <a:ext uri="{FF2B5EF4-FFF2-40B4-BE49-F238E27FC236}">
                <a16:creationId xmlns:a16="http://schemas.microsoft.com/office/drawing/2014/main" id="{666F2DA5-6907-4431-9B82-B5795512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7245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49" name="">
            <a:extLst xmlns:a="http://schemas.openxmlformats.org/drawingml/2006/main">
              <a:ext uri="{FF2B5EF4-FFF2-40B4-BE49-F238E27FC236}">
                <a16:creationId xmlns:a16="http://schemas.microsoft.com/office/drawing/2014/main" id="{F4A84E04-E192-457D-8306-1AACD882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8102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0" name="">
            <a:extLst xmlns:a="http://schemas.openxmlformats.org/drawingml/2006/main">
              <a:ext uri="{FF2B5EF4-FFF2-40B4-BE49-F238E27FC236}">
                <a16:creationId xmlns:a16="http://schemas.microsoft.com/office/drawing/2014/main" id="{6E1D2733-27F2-4BCE-9731-B55E38F49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8102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1" name="">
            <a:extLst xmlns:a="http://schemas.openxmlformats.org/drawingml/2006/main">
              <a:ext uri="{FF2B5EF4-FFF2-40B4-BE49-F238E27FC236}">
                <a16:creationId xmlns:a16="http://schemas.microsoft.com/office/drawing/2014/main" id="{407B7AD7-F0E2-4C7A-B8BA-AAF2A3681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8102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2" name="">
            <a:extLst xmlns:a="http://schemas.openxmlformats.org/drawingml/2006/main">
              <a:ext uri="{FF2B5EF4-FFF2-40B4-BE49-F238E27FC236}">
                <a16:creationId xmlns:a16="http://schemas.microsoft.com/office/drawing/2014/main" id="{EFAD82AC-5360-489A-8FF7-1A5573F5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8102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3" name="">
            <a:extLst xmlns:a="http://schemas.openxmlformats.org/drawingml/2006/main">
              <a:ext uri="{FF2B5EF4-FFF2-40B4-BE49-F238E27FC236}">
                <a16:creationId xmlns:a16="http://schemas.microsoft.com/office/drawing/2014/main" id="{AB4649FF-3E59-41B2-9231-FCC0D8AF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8102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4" name="">
            <a:extLst xmlns:a="http://schemas.openxmlformats.org/drawingml/2006/main">
              <a:ext uri="{FF2B5EF4-FFF2-40B4-BE49-F238E27FC236}">
                <a16:creationId xmlns:a16="http://schemas.microsoft.com/office/drawing/2014/main" id="{E4B31C0F-9828-4791-AF44-C42D54FA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8102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5" name="">
            <a:extLst xmlns:a="http://schemas.openxmlformats.org/drawingml/2006/main">
              <a:ext uri="{FF2B5EF4-FFF2-40B4-BE49-F238E27FC236}">
                <a16:creationId xmlns:a16="http://schemas.microsoft.com/office/drawing/2014/main" id="{CF5D5DB1-DC10-4FF2-9170-AFFC139C5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8102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6" name="">
            <a:extLst xmlns:a="http://schemas.openxmlformats.org/drawingml/2006/main">
              <a:ext uri="{FF2B5EF4-FFF2-40B4-BE49-F238E27FC236}">
                <a16:creationId xmlns:a16="http://schemas.microsoft.com/office/drawing/2014/main" id="{F6E753C0-D02E-4265-9098-902D1456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102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7" name="">
            <a:extLst xmlns:a="http://schemas.openxmlformats.org/drawingml/2006/main">
              <a:ext uri="{FF2B5EF4-FFF2-40B4-BE49-F238E27FC236}">
                <a16:creationId xmlns:a16="http://schemas.microsoft.com/office/drawing/2014/main" id="{75B9BF4B-F1A3-42BD-8892-92915A01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8102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8" name="">
            <a:extLst xmlns:a="http://schemas.openxmlformats.org/drawingml/2006/main">
              <a:ext uri="{FF2B5EF4-FFF2-40B4-BE49-F238E27FC236}">
                <a16:creationId xmlns:a16="http://schemas.microsoft.com/office/drawing/2014/main" id="{20475307-E40D-482C-86CA-33EA1A58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8102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59" name="">
            <a:extLst xmlns:a="http://schemas.openxmlformats.org/drawingml/2006/main">
              <a:ext uri="{FF2B5EF4-FFF2-40B4-BE49-F238E27FC236}">
                <a16:creationId xmlns:a16="http://schemas.microsoft.com/office/drawing/2014/main" id="{5619DD26-0D85-469D-A72E-EF99D037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8102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0" name="">
            <a:extLst xmlns:a="http://schemas.openxmlformats.org/drawingml/2006/main">
              <a:ext uri="{FF2B5EF4-FFF2-40B4-BE49-F238E27FC236}">
                <a16:creationId xmlns:a16="http://schemas.microsoft.com/office/drawing/2014/main" id="{3A34BD96-D548-44D6-9D71-D20B40BA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8102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1" name="">
            <a:extLst xmlns:a="http://schemas.openxmlformats.org/drawingml/2006/main">
              <a:ext uri="{FF2B5EF4-FFF2-40B4-BE49-F238E27FC236}">
                <a16:creationId xmlns:a16="http://schemas.microsoft.com/office/drawing/2014/main" id="{1B951CA3-435A-486B-B780-F6C08BD07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8102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2" name="">
            <a:extLst xmlns:a="http://schemas.openxmlformats.org/drawingml/2006/main">
              <a:ext uri="{FF2B5EF4-FFF2-40B4-BE49-F238E27FC236}">
                <a16:creationId xmlns:a16="http://schemas.microsoft.com/office/drawing/2014/main" id="{8BD8B53E-FAF8-4743-A300-D9BDBC98D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8102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3" name="">
            <a:extLst xmlns:a="http://schemas.openxmlformats.org/drawingml/2006/main">
              <a:ext uri="{FF2B5EF4-FFF2-40B4-BE49-F238E27FC236}">
                <a16:creationId xmlns:a16="http://schemas.microsoft.com/office/drawing/2014/main" id="{7CF43333-38A7-4ECF-BE8B-99B209A5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8102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4" name="">
            <a:extLst xmlns:a="http://schemas.openxmlformats.org/drawingml/2006/main">
              <a:ext uri="{FF2B5EF4-FFF2-40B4-BE49-F238E27FC236}">
                <a16:creationId xmlns:a16="http://schemas.microsoft.com/office/drawing/2014/main" id="{62BF0A33-890B-4BFE-992E-6A270DDC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8102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5" name="">
            <a:extLst xmlns:a="http://schemas.openxmlformats.org/drawingml/2006/main">
              <a:ext uri="{FF2B5EF4-FFF2-40B4-BE49-F238E27FC236}">
                <a16:creationId xmlns:a16="http://schemas.microsoft.com/office/drawing/2014/main" id="{C5E4EC5D-0061-44D9-8C5F-90FE9787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8102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6" name="">
            <a:extLst xmlns:a="http://schemas.openxmlformats.org/drawingml/2006/main">
              <a:ext uri="{FF2B5EF4-FFF2-40B4-BE49-F238E27FC236}">
                <a16:creationId xmlns:a16="http://schemas.microsoft.com/office/drawing/2014/main" id="{524991B9-1D62-4A14-85DE-C3233DE8F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8102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7" name="">
            <a:extLst xmlns:a="http://schemas.openxmlformats.org/drawingml/2006/main">
              <a:ext uri="{FF2B5EF4-FFF2-40B4-BE49-F238E27FC236}">
                <a16:creationId xmlns:a16="http://schemas.microsoft.com/office/drawing/2014/main" id="{B8E3FEB0-461F-4183-9801-A30C9A21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8102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8" name="">
            <a:extLst xmlns:a="http://schemas.openxmlformats.org/drawingml/2006/main">
              <a:ext uri="{FF2B5EF4-FFF2-40B4-BE49-F238E27FC236}">
                <a16:creationId xmlns:a16="http://schemas.microsoft.com/office/drawing/2014/main" id="{B7484070-535E-4C4D-8D25-7690EBC84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8102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69" name="">
            <a:extLst xmlns:a="http://schemas.openxmlformats.org/drawingml/2006/main">
              <a:ext uri="{FF2B5EF4-FFF2-40B4-BE49-F238E27FC236}">
                <a16:creationId xmlns:a16="http://schemas.microsoft.com/office/drawing/2014/main" id="{35DAF7B5-5E42-480A-A8D0-6BB5B954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8102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0" name="">
            <a:extLst xmlns:a="http://schemas.openxmlformats.org/drawingml/2006/main">
              <a:ext uri="{FF2B5EF4-FFF2-40B4-BE49-F238E27FC236}">
                <a16:creationId xmlns:a16="http://schemas.microsoft.com/office/drawing/2014/main" id="{3F85816C-1A2F-4AE2-B772-05606D71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8102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1" name="">
            <a:extLst xmlns:a="http://schemas.openxmlformats.org/drawingml/2006/main">
              <a:ext uri="{FF2B5EF4-FFF2-40B4-BE49-F238E27FC236}">
                <a16:creationId xmlns:a16="http://schemas.microsoft.com/office/drawing/2014/main" id="{C74BE34C-F7EE-45C8-A42A-F4604A1D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8102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2" name="">
            <a:extLst xmlns:a="http://schemas.openxmlformats.org/drawingml/2006/main">
              <a:ext uri="{FF2B5EF4-FFF2-40B4-BE49-F238E27FC236}">
                <a16:creationId xmlns:a16="http://schemas.microsoft.com/office/drawing/2014/main" id="{1935363A-1DE1-477B-9A1C-E83C3EC1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8102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3" name="">
            <a:extLst xmlns:a="http://schemas.openxmlformats.org/drawingml/2006/main">
              <a:ext uri="{FF2B5EF4-FFF2-40B4-BE49-F238E27FC236}">
                <a16:creationId xmlns:a16="http://schemas.microsoft.com/office/drawing/2014/main" id="{A3973B0B-8E1C-4F6F-82E6-B340540F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8959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4" name="">
            <a:extLst xmlns:a="http://schemas.openxmlformats.org/drawingml/2006/main">
              <a:ext uri="{FF2B5EF4-FFF2-40B4-BE49-F238E27FC236}">
                <a16:creationId xmlns:a16="http://schemas.microsoft.com/office/drawing/2014/main" id="{680BCF1E-B45E-44F1-BD4B-3238966B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8959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5" name="">
            <a:extLst xmlns:a="http://schemas.openxmlformats.org/drawingml/2006/main">
              <a:ext uri="{FF2B5EF4-FFF2-40B4-BE49-F238E27FC236}">
                <a16:creationId xmlns:a16="http://schemas.microsoft.com/office/drawing/2014/main" id="{EDC945A2-5B4C-4D83-8E33-56193112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8959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6" name="">
            <a:extLst xmlns:a="http://schemas.openxmlformats.org/drawingml/2006/main">
              <a:ext uri="{FF2B5EF4-FFF2-40B4-BE49-F238E27FC236}">
                <a16:creationId xmlns:a16="http://schemas.microsoft.com/office/drawing/2014/main" id="{686F4CD7-063B-432D-991C-676D59A7D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8959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7" name="">
            <a:extLst xmlns:a="http://schemas.openxmlformats.org/drawingml/2006/main">
              <a:ext uri="{FF2B5EF4-FFF2-40B4-BE49-F238E27FC236}">
                <a16:creationId xmlns:a16="http://schemas.microsoft.com/office/drawing/2014/main" id="{28805DC3-D56E-4A00-AFE5-44410634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8959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8" name="">
            <a:extLst xmlns:a="http://schemas.openxmlformats.org/drawingml/2006/main">
              <a:ext uri="{FF2B5EF4-FFF2-40B4-BE49-F238E27FC236}">
                <a16:creationId xmlns:a16="http://schemas.microsoft.com/office/drawing/2014/main" id="{A0FA3149-89EC-41C5-AD71-27AC27761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8959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79" name="">
            <a:extLst xmlns:a="http://schemas.openxmlformats.org/drawingml/2006/main">
              <a:ext uri="{FF2B5EF4-FFF2-40B4-BE49-F238E27FC236}">
                <a16:creationId xmlns:a16="http://schemas.microsoft.com/office/drawing/2014/main" id="{9B4C621F-DB9C-4C63-BB2E-25CC7851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8959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0" name="">
            <a:extLst xmlns:a="http://schemas.openxmlformats.org/drawingml/2006/main">
              <a:ext uri="{FF2B5EF4-FFF2-40B4-BE49-F238E27FC236}">
                <a16:creationId xmlns:a16="http://schemas.microsoft.com/office/drawing/2014/main" id="{623E0D47-618B-44F0-A1E6-B80BAC2D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959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1" name="">
            <a:extLst xmlns:a="http://schemas.openxmlformats.org/drawingml/2006/main">
              <a:ext uri="{FF2B5EF4-FFF2-40B4-BE49-F238E27FC236}">
                <a16:creationId xmlns:a16="http://schemas.microsoft.com/office/drawing/2014/main" id="{038B20E6-83E0-4D51-962B-13AAE8B4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8959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2" name="">
            <a:extLst xmlns:a="http://schemas.openxmlformats.org/drawingml/2006/main">
              <a:ext uri="{FF2B5EF4-FFF2-40B4-BE49-F238E27FC236}">
                <a16:creationId xmlns:a16="http://schemas.microsoft.com/office/drawing/2014/main" id="{83172FC9-95F9-46C7-AF29-36FFFB93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8959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3" name="">
            <a:extLst xmlns:a="http://schemas.openxmlformats.org/drawingml/2006/main">
              <a:ext uri="{FF2B5EF4-FFF2-40B4-BE49-F238E27FC236}">
                <a16:creationId xmlns:a16="http://schemas.microsoft.com/office/drawing/2014/main" id="{222B6154-7CA8-4CF9-975D-67EACBF5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8959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4" name="">
            <a:extLst xmlns:a="http://schemas.openxmlformats.org/drawingml/2006/main">
              <a:ext uri="{FF2B5EF4-FFF2-40B4-BE49-F238E27FC236}">
                <a16:creationId xmlns:a16="http://schemas.microsoft.com/office/drawing/2014/main" id="{61F9D641-826E-485B-AF75-D6A59E8E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8959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5" name="">
            <a:extLst xmlns:a="http://schemas.openxmlformats.org/drawingml/2006/main">
              <a:ext uri="{FF2B5EF4-FFF2-40B4-BE49-F238E27FC236}">
                <a16:creationId xmlns:a16="http://schemas.microsoft.com/office/drawing/2014/main" id="{8F362995-2E3E-40B2-813F-9BDCCE95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8959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6" name="">
            <a:extLst xmlns:a="http://schemas.openxmlformats.org/drawingml/2006/main">
              <a:ext uri="{FF2B5EF4-FFF2-40B4-BE49-F238E27FC236}">
                <a16:creationId xmlns:a16="http://schemas.microsoft.com/office/drawing/2014/main" id="{2B469965-9296-4E56-9EF3-0B2C4D4C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8959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7" name="">
            <a:extLst xmlns:a="http://schemas.openxmlformats.org/drawingml/2006/main">
              <a:ext uri="{FF2B5EF4-FFF2-40B4-BE49-F238E27FC236}">
                <a16:creationId xmlns:a16="http://schemas.microsoft.com/office/drawing/2014/main" id="{57DD7F8E-CEB6-4EC6-AF2F-999FA4C3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8959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8" name="">
            <a:extLst xmlns:a="http://schemas.openxmlformats.org/drawingml/2006/main">
              <a:ext uri="{FF2B5EF4-FFF2-40B4-BE49-F238E27FC236}">
                <a16:creationId xmlns:a16="http://schemas.microsoft.com/office/drawing/2014/main" id="{320E174E-1221-4D1D-A73A-8FE09D82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8959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89" name="">
            <a:extLst xmlns:a="http://schemas.openxmlformats.org/drawingml/2006/main">
              <a:ext uri="{FF2B5EF4-FFF2-40B4-BE49-F238E27FC236}">
                <a16:creationId xmlns:a16="http://schemas.microsoft.com/office/drawing/2014/main" id="{4F45131E-098D-4E32-AC88-9954AFD5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8959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0" name="">
            <a:extLst xmlns:a="http://schemas.openxmlformats.org/drawingml/2006/main">
              <a:ext uri="{FF2B5EF4-FFF2-40B4-BE49-F238E27FC236}">
                <a16:creationId xmlns:a16="http://schemas.microsoft.com/office/drawing/2014/main" id="{36BCC319-8816-4C15-9E6C-237BD1E6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8959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1" name="">
            <a:extLst xmlns:a="http://schemas.openxmlformats.org/drawingml/2006/main">
              <a:ext uri="{FF2B5EF4-FFF2-40B4-BE49-F238E27FC236}">
                <a16:creationId xmlns:a16="http://schemas.microsoft.com/office/drawing/2014/main" id="{1A7B3625-774E-4D73-8C66-1DB5E363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8959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2" name="">
            <a:extLst xmlns:a="http://schemas.openxmlformats.org/drawingml/2006/main">
              <a:ext uri="{FF2B5EF4-FFF2-40B4-BE49-F238E27FC236}">
                <a16:creationId xmlns:a16="http://schemas.microsoft.com/office/drawing/2014/main" id="{476EC8E9-B316-4D43-B033-9401D9328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8959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3" name="">
            <a:extLst xmlns:a="http://schemas.openxmlformats.org/drawingml/2006/main">
              <a:ext uri="{FF2B5EF4-FFF2-40B4-BE49-F238E27FC236}">
                <a16:creationId xmlns:a16="http://schemas.microsoft.com/office/drawing/2014/main" id="{F69A2BCC-00EF-42F0-862F-5970A479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8959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4" name="">
            <a:extLst xmlns:a="http://schemas.openxmlformats.org/drawingml/2006/main">
              <a:ext uri="{FF2B5EF4-FFF2-40B4-BE49-F238E27FC236}">
                <a16:creationId xmlns:a16="http://schemas.microsoft.com/office/drawing/2014/main" id="{F93C33FD-2F9E-4120-B785-2D7C4B9C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8959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5" name="">
            <a:extLst xmlns:a="http://schemas.openxmlformats.org/drawingml/2006/main">
              <a:ext uri="{FF2B5EF4-FFF2-40B4-BE49-F238E27FC236}">
                <a16:creationId xmlns:a16="http://schemas.microsoft.com/office/drawing/2014/main" id="{2DA29475-8738-4402-BC28-B5BD7CEEC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8959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6" name="">
            <a:extLst xmlns:a="http://schemas.openxmlformats.org/drawingml/2006/main">
              <a:ext uri="{FF2B5EF4-FFF2-40B4-BE49-F238E27FC236}">
                <a16:creationId xmlns:a16="http://schemas.microsoft.com/office/drawing/2014/main" id="{569F2012-59D7-4A41-893A-72E9149B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8959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7" name="">
            <a:extLst xmlns:a="http://schemas.openxmlformats.org/drawingml/2006/main">
              <a:ext uri="{FF2B5EF4-FFF2-40B4-BE49-F238E27FC236}">
                <a16:creationId xmlns:a16="http://schemas.microsoft.com/office/drawing/2014/main" id="{ECB2069C-8FCF-4DC5-A7D1-61F0F42E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9817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8" name="">
            <a:extLst xmlns:a="http://schemas.openxmlformats.org/drawingml/2006/main">
              <a:ext uri="{FF2B5EF4-FFF2-40B4-BE49-F238E27FC236}">
                <a16:creationId xmlns:a16="http://schemas.microsoft.com/office/drawing/2014/main" id="{A53EDAD4-46D2-4DC4-8710-EF8094C7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9817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699" name="">
            <a:extLst xmlns:a="http://schemas.openxmlformats.org/drawingml/2006/main">
              <a:ext uri="{FF2B5EF4-FFF2-40B4-BE49-F238E27FC236}">
                <a16:creationId xmlns:a16="http://schemas.microsoft.com/office/drawing/2014/main" id="{DC1DC250-55AF-46EF-A1E9-845D3D61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9817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0" name="">
            <a:extLst xmlns:a="http://schemas.openxmlformats.org/drawingml/2006/main">
              <a:ext uri="{FF2B5EF4-FFF2-40B4-BE49-F238E27FC236}">
                <a16:creationId xmlns:a16="http://schemas.microsoft.com/office/drawing/2014/main" id="{ECD2A222-5DE4-4FF1-A27A-04E179DA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9817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1" name="">
            <a:extLst xmlns:a="http://schemas.openxmlformats.org/drawingml/2006/main">
              <a:ext uri="{FF2B5EF4-FFF2-40B4-BE49-F238E27FC236}">
                <a16:creationId xmlns:a16="http://schemas.microsoft.com/office/drawing/2014/main" id="{BCFA5830-B680-4B97-9ECD-D880063C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9817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2" name="">
            <a:extLst xmlns:a="http://schemas.openxmlformats.org/drawingml/2006/main">
              <a:ext uri="{FF2B5EF4-FFF2-40B4-BE49-F238E27FC236}">
                <a16:creationId xmlns:a16="http://schemas.microsoft.com/office/drawing/2014/main" id="{39FE9E3A-1BBE-4FF8-A239-3CBE81B3F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9817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3" name="">
            <a:extLst xmlns:a="http://schemas.openxmlformats.org/drawingml/2006/main">
              <a:ext uri="{FF2B5EF4-FFF2-40B4-BE49-F238E27FC236}">
                <a16:creationId xmlns:a16="http://schemas.microsoft.com/office/drawing/2014/main" id="{A0D27E40-BA9E-49BE-9B64-A36AC5A1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9817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4" name="">
            <a:extLst xmlns:a="http://schemas.openxmlformats.org/drawingml/2006/main">
              <a:ext uri="{FF2B5EF4-FFF2-40B4-BE49-F238E27FC236}">
                <a16:creationId xmlns:a16="http://schemas.microsoft.com/office/drawing/2014/main" id="{59771596-B93F-4368-AA3D-FFEDC160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9817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5" name="">
            <a:extLst xmlns:a="http://schemas.openxmlformats.org/drawingml/2006/main">
              <a:ext uri="{FF2B5EF4-FFF2-40B4-BE49-F238E27FC236}">
                <a16:creationId xmlns:a16="http://schemas.microsoft.com/office/drawing/2014/main" id="{108A4587-2E1B-4E7E-BAB7-FD32B2253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9817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6" name="">
            <a:extLst xmlns:a="http://schemas.openxmlformats.org/drawingml/2006/main">
              <a:ext uri="{FF2B5EF4-FFF2-40B4-BE49-F238E27FC236}">
                <a16:creationId xmlns:a16="http://schemas.microsoft.com/office/drawing/2014/main" id="{411A691B-2E25-4319-A153-CC5A5511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9817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7" name="">
            <a:extLst xmlns:a="http://schemas.openxmlformats.org/drawingml/2006/main">
              <a:ext uri="{FF2B5EF4-FFF2-40B4-BE49-F238E27FC236}">
                <a16:creationId xmlns:a16="http://schemas.microsoft.com/office/drawing/2014/main" id="{60E971D9-A6BF-4289-8FE2-7A8BEFB6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9817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8" name="">
            <a:extLst xmlns:a="http://schemas.openxmlformats.org/drawingml/2006/main">
              <a:ext uri="{FF2B5EF4-FFF2-40B4-BE49-F238E27FC236}">
                <a16:creationId xmlns:a16="http://schemas.microsoft.com/office/drawing/2014/main" id="{CDD59DD3-5C80-4F1B-BEC7-C68B1944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9817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09" name="">
            <a:extLst xmlns:a="http://schemas.openxmlformats.org/drawingml/2006/main">
              <a:ext uri="{FF2B5EF4-FFF2-40B4-BE49-F238E27FC236}">
                <a16:creationId xmlns:a16="http://schemas.microsoft.com/office/drawing/2014/main" id="{FFABD0E7-EBAD-4B13-AB47-EFCD0578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9817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0" name="">
            <a:extLst xmlns:a="http://schemas.openxmlformats.org/drawingml/2006/main">
              <a:ext uri="{FF2B5EF4-FFF2-40B4-BE49-F238E27FC236}">
                <a16:creationId xmlns:a16="http://schemas.microsoft.com/office/drawing/2014/main" id="{8ED87445-DAE2-4347-85CE-D9360044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9817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1" name="">
            <a:extLst xmlns:a="http://schemas.openxmlformats.org/drawingml/2006/main">
              <a:ext uri="{FF2B5EF4-FFF2-40B4-BE49-F238E27FC236}">
                <a16:creationId xmlns:a16="http://schemas.microsoft.com/office/drawing/2014/main" id="{9525EE19-3FC0-44CE-8AAD-9F1D7E77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9817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2" name="">
            <a:extLst xmlns:a="http://schemas.openxmlformats.org/drawingml/2006/main">
              <a:ext uri="{FF2B5EF4-FFF2-40B4-BE49-F238E27FC236}">
                <a16:creationId xmlns:a16="http://schemas.microsoft.com/office/drawing/2014/main" id="{022C1238-8D36-431D-823F-51D56DAB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59817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3" name="">
            <a:extLst xmlns:a="http://schemas.openxmlformats.org/drawingml/2006/main">
              <a:ext uri="{FF2B5EF4-FFF2-40B4-BE49-F238E27FC236}">
                <a16:creationId xmlns:a16="http://schemas.microsoft.com/office/drawing/2014/main" id="{85599703-7851-436D-AF3F-0E2F61BFA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9817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4" name="">
            <a:extLst xmlns:a="http://schemas.openxmlformats.org/drawingml/2006/main">
              <a:ext uri="{FF2B5EF4-FFF2-40B4-BE49-F238E27FC236}">
                <a16:creationId xmlns:a16="http://schemas.microsoft.com/office/drawing/2014/main" id="{584CFEA5-CFA4-441D-8AD7-03EBAF8E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9817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5" name="">
            <a:extLst xmlns:a="http://schemas.openxmlformats.org/drawingml/2006/main">
              <a:ext uri="{FF2B5EF4-FFF2-40B4-BE49-F238E27FC236}">
                <a16:creationId xmlns:a16="http://schemas.microsoft.com/office/drawing/2014/main" id="{4DE205DF-76CA-430B-BB23-7CCC7806E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9817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6" name="">
            <a:extLst xmlns:a="http://schemas.openxmlformats.org/drawingml/2006/main">
              <a:ext uri="{FF2B5EF4-FFF2-40B4-BE49-F238E27FC236}">
                <a16:creationId xmlns:a16="http://schemas.microsoft.com/office/drawing/2014/main" id="{16C257BD-0CF5-4A11-9B35-DC693DD1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9817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7" name="">
            <a:extLst xmlns:a="http://schemas.openxmlformats.org/drawingml/2006/main">
              <a:ext uri="{FF2B5EF4-FFF2-40B4-BE49-F238E27FC236}">
                <a16:creationId xmlns:a16="http://schemas.microsoft.com/office/drawing/2014/main" id="{15A198A2-28FE-4F8A-B44E-128FE736F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59817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8" name="">
            <a:extLst xmlns:a="http://schemas.openxmlformats.org/drawingml/2006/main">
              <a:ext uri="{FF2B5EF4-FFF2-40B4-BE49-F238E27FC236}">
                <a16:creationId xmlns:a16="http://schemas.microsoft.com/office/drawing/2014/main" id="{93A336AB-988D-4774-AAE2-35CA5E9D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9817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19" name="">
            <a:extLst xmlns:a="http://schemas.openxmlformats.org/drawingml/2006/main">
              <a:ext uri="{FF2B5EF4-FFF2-40B4-BE49-F238E27FC236}">
                <a16:creationId xmlns:a16="http://schemas.microsoft.com/office/drawing/2014/main" id="{F6CB63A0-2755-47A8-BB9A-968DE29A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9817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0" name="">
            <a:extLst xmlns:a="http://schemas.openxmlformats.org/drawingml/2006/main">
              <a:ext uri="{FF2B5EF4-FFF2-40B4-BE49-F238E27FC236}">
                <a16:creationId xmlns:a16="http://schemas.microsoft.com/office/drawing/2014/main" id="{8F546420-5E5F-4AFF-A413-916C3A6C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59817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1" name="">
            <a:extLst xmlns:a="http://schemas.openxmlformats.org/drawingml/2006/main">
              <a:ext uri="{FF2B5EF4-FFF2-40B4-BE49-F238E27FC236}">
                <a16:creationId xmlns:a16="http://schemas.microsoft.com/office/drawing/2014/main" id="{9FBC3953-54AF-47FE-BB95-1EB4688D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60674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2" name="">
            <a:extLst xmlns:a="http://schemas.openxmlformats.org/drawingml/2006/main">
              <a:ext uri="{FF2B5EF4-FFF2-40B4-BE49-F238E27FC236}">
                <a16:creationId xmlns:a16="http://schemas.microsoft.com/office/drawing/2014/main" id="{53E7AAE2-A44E-4294-9B1B-D260D1F8F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60674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3" name="">
            <a:extLst xmlns:a="http://schemas.openxmlformats.org/drawingml/2006/main">
              <a:ext uri="{FF2B5EF4-FFF2-40B4-BE49-F238E27FC236}">
                <a16:creationId xmlns:a16="http://schemas.microsoft.com/office/drawing/2014/main" id="{5F4C8F21-525A-491E-BEF5-DD73C1E4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0674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4" name="">
            <a:extLst xmlns:a="http://schemas.openxmlformats.org/drawingml/2006/main">
              <a:ext uri="{FF2B5EF4-FFF2-40B4-BE49-F238E27FC236}">
                <a16:creationId xmlns:a16="http://schemas.microsoft.com/office/drawing/2014/main" id="{CEE03C8E-2514-4676-8C36-C0C28437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0674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5" name="">
            <a:extLst xmlns:a="http://schemas.openxmlformats.org/drawingml/2006/main">
              <a:ext uri="{FF2B5EF4-FFF2-40B4-BE49-F238E27FC236}">
                <a16:creationId xmlns:a16="http://schemas.microsoft.com/office/drawing/2014/main" id="{2798D468-1A14-4DAD-9359-BD47A0D28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0674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6" name="">
            <a:extLst xmlns:a="http://schemas.openxmlformats.org/drawingml/2006/main">
              <a:ext uri="{FF2B5EF4-FFF2-40B4-BE49-F238E27FC236}">
                <a16:creationId xmlns:a16="http://schemas.microsoft.com/office/drawing/2014/main" id="{3E34A1D7-15F2-491C-9EC9-B86910CD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0674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7" name="">
            <a:extLst xmlns:a="http://schemas.openxmlformats.org/drawingml/2006/main">
              <a:ext uri="{FF2B5EF4-FFF2-40B4-BE49-F238E27FC236}">
                <a16:creationId xmlns:a16="http://schemas.microsoft.com/office/drawing/2014/main" id="{4C7E084B-8D75-43DC-AA4F-1F114ABB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0674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8" name="">
            <a:extLst xmlns:a="http://schemas.openxmlformats.org/drawingml/2006/main">
              <a:ext uri="{FF2B5EF4-FFF2-40B4-BE49-F238E27FC236}">
                <a16:creationId xmlns:a16="http://schemas.microsoft.com/office/drawing/2014/main" id="{139BCC32-1FBE-4D00-8F69-E8305A76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60674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29" name="">
            <a:extLst xmlns:a="http://schemas.openxmlformats.org/drawingml/2006/main">
              <a:ext uri="{FF2B5EF4-FFF2-40B4-BE49-F238E27FC236}">
                <a16:creationId xmlns:a16="http://schemas.microsoft.com/office/drawing/2014/main" id="{058981E6-7497-40AE-BE1D-539BD6E1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0674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0" name="">
            <a:extLst xmlns:a="http://schemas.openxmlformats.org/drawingml/2006/main">
              <a:ext uri="{FF2B5EF4-FFF2-40B4-BE49-F238E27FC236}">
                <a16:creationId xmlns:a16="http://schemas.microsoft.com/office/drawing/2014/main" id="{348EA821-9680-4F32-BA0A-BEA6B4EB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0674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1" name="">
            <a:extLst xmlns:a="http://schemas.openxmlformats.org/drawingml/2006/main">
              <a:ext uri="{FF2B5EF4-FFF2-40B4-BE49-F238E27FC236}">
                <a16:creationId xmlns:a16="http://schemas.microsoft.com/office/drawing/2014/main" id="{A7E07CC4-9055-4182-B0C9-2B03C9E5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0674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2" name="">
            <a:extLst xmlns:a="http://schemas.openxmlformats.org/drawingml/2006/main">
              <a:ext uri="{FF2B5EF4-FFF2-40B4-BE49-F238E27FC236}">
                <a16:creationId xmlns:a16="http://schemas.microsoft.com/office/drawing/2014/main" id="{0C2E8345-C6DA-4ED4-A94B-CBFD3C3F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60674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3" name="">
            <a:extLst xmlns:a="http://schemas.openxmlformats.org/drawingml/2006/main">
              <a:ext uri="{FF2B5EF4-FFF2-40B4-BE49-F238E27FC236}">
                <a16:creationId xmlns:a16="http://schemas.microsoft.com/office/drawing/2014/main" id="{9C38E45A-65A5-405C-AB57-FC8A7FDC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60674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4" name="">
            <a:extLst xmlns:a="http://schemas.openxmlformats.org/drawingml/2006/main">
              <a:ext uri="{FF2B5EF4-FFF2-40B4-BE49-F238E27FC236}">
                <a16:creationId xmlns:a16="http://schemas.microsoft.com/office/drawing/2014/main" id="{D42C16A9-3D4E-485F-8D34-AE929590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60674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5" name="">
            <a:extLst xmlns:a="http://schemas.openxmlformats.org/drawingml/2006/main">
              <a:ext uri="{FF2B5EF4-FFF2-40B4-BE49-F238E27FC236}">
                <a16:creationId xmlns:a16="http://schemas.microsoft.com/office/drawing/2014/main" id="{9A36ABEA-A33F-408D-BE6A-4793371AC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0674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6" name="">
            <a:extLst xmlns:a="http://schemas.openxmlformats.org/drawingml/2006/main">
              <a:ext uri="{FF2B5EF4-FFF2-40B4-BE49-F238E27FC236}">
                <a16:creationId xmlns:a16="http://schemas.microsoft.com/office/drawing/2014/main" id="{605CEB8E-B304-4281-89B7-01D253F7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60674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7" name="">
            <a:extLst xmlns:a="http://schemas.openxmlformats.org/drawingml/2006/main">
              <a:ext uri="{FF2B5EF4-FFF2-40B4-BE49-F238E27FC236}">
                <a16:creationId xmlns:a16="http://schemas.microsoft.com/office/drawing/2014/main" id="{A5766EBF-DE7D-40B4-8876-0BD2D69A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0674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8" name="">
            <a:extLst xmlns:a="http://schemas.openxmlformats.org/drawingml/2006/main">
              <a:ext uri="{FF2B5EF4-FFF2-40B4-BE49-F238E27FC236}">
                <a16:creationId xmlns:a16="http://schemas.microsoft.com/office/drawing/2014/main" id="{355870DD-F626-4443-B980-5794A3CA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0674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39" name="">
            <a:extLst xmlns:a="http://schemas.openxmlformats.org/drawingml/2006/main">
              <a:ext uri="{FF2B5EF4-FFF2-40B4-BE49-F238E27FC236}">
                <a16:creationId xmlns:a16="http://schemas.microsoft.com/office/drawing/2014/main" id="{4F0630D2-B140-48E6-A47C-31A73B1EE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0674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0" name="">
            <a:extLst xmlns:a="http://schemas.openxmlformats.org/drawingml/2006/main">
              <a:ext uri="{FF2B5EF4-FFF2-40B4-BE49-F238E27FC236}">
                <a16:creationId xmlns:a16="http://schemas.microsoft.com/office/drawing/2014/main" id="{B5CFC271-532A-4FF9-8642-1EA95277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0674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1" name="">
            <a:extLst xmlns:a="http://schemas.openxmlformats.org/drawingml/2006/main">
              <a:ext uri="{FF2B5EF4-FFF2-40B4-BE49-F238E27FC236}">
                <a16:creationId xmlns:a16="http://schemas.microsoft.com/office/drawing/2014/main" id="{F60D2B5D-A698-40A4-9EDE-1C9E1717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0674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2" name="">
            <a:extLst xmlns:a="http://schemas.openxmlformats.org/drawingml/2006/main">
              <a:ext uri="{FF2B5EF4-FFF2-40B4-BE49-F238E27FC236}">
                <a16:creationId xmlns:a16="http://schemas.microsoft.com/office/drawing/2014/main" id="{0781CB1B-F127-46A0-AE3B-13C7E441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0674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3" name="">
            <a:extLst xmlns:a="http://schemas.openxmlformats.org/drawingml/2006/main">
              <a:ext uri="{FF2B5EF4-FFF2-40B4-BE49-F238E27FC236}">
                <a16:creationId xmlns:a16="http://schemas.microsoft.com/office/drawing/2014/main" id="{F2982362-9F40-40E6-AAEA-DF2CF646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0674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4" name="">
            <a:extLst xmlns:a="http://schemas.openxmlformats.org/drawingml/2006/main">
              <a:ext uri="{FF2B5EF4-FFF2-40B4-BE49-F238E27FC236}">
                <a16:creationId xmlns:a16="http://schemas.microsoft.com/office/drawing/2014/main" id="{A970F349-D789-427B-8411-7C33BB39A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60674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5" name="">
            <a:extLst xmlns:a="http://schemas.openxmlformats.org/drawingml/2006/main">
              <a:ext uri="{FF2B5EF4-FFF2-40B4-BE49-F238E27FC236}">
                <a16:creationId xmlns:a16="http://schemas.microsoft.com/office/drawing/2014/main" id="{E63A804A-48BB-43DF-828A-B21FE3935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61531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6" name="">
            <a:extLst xmlns:a="http://schemas.openxmlformats.org/drawingml/2006/main">
              <a:ext uri="{FF2B5EF4-FFF2-40B4-BE49-F238E27FC236}">
                <a16:creationId xmlns:a16="http://schemas.microsoft.com/office/drawing/2014/main" id="{EBB428DB-B591-40FA-BB1C-BE13526B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61531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7" name="">
            <a:extLst xmlns:a="http://schemas.openxmlformats.org/drawingml/2006/main">
              <a:ext uri="{FF2B5EF4-FFF2-40B4-BE49-F238E27FC236}">
                <a16:creationId xmlns:a16="http://schemas.microsoft.com/office/drawing/2014/main" id="{5E19C620-7856-4B51-A798-769D830FD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1531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8" name="">
            <a:extLst xmlns:a="http://schemas.openxmlformats.org/drawingml/2006/main">
              <a:ext uri="{FF2B5EF4-FFF2-40B4-BE49-F238E27FC236}">
                <a16:creationId xmlns:a16="http://schemas.microsoft.com/office/drawing/2014/main" id="{20B8F510-BE2C-4FBA-9039-B6AC1D10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1531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49" name="">
            <a:extLst xmlns:a="http://schemas.openxmlformats.org/drawingml/2006/main">
              <a:ext uri="{FF2B5EF4-FFF2-40B4-BE49-F238E27FC236}">
                <a16:creationId xmlns:a16="http://schemas.microsoft.com/office/drawing/2014/main" id="{09F307AA-8A5B-4322-8655-10AC3CEB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1531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0" name="">
            <a:extLst xmlns:a="http://schemas.openxmlformats.org/drawingml/2006/main">
              <a:ext uri="{FF2B5EF4-FFF2-40B4-BE49-F238E27FC236}">
                <a16:creationId xmlns:a16="http://schemas.microsoft.com/office/drawing/2014/main" id="{266B4400-9CF9-4DB3-83C3-9A159F95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1531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1" name="">
            <a:extLst xmlns:a="http://schemas.openxmlformats.org/drawingml/2006/main">
              <a:ext uri="{FF2B5EF4-FFF2-40B4-BE49-F238E27FC236}">
                <a16:creationId xmlns:a16="http://schemas.microsoft.com/office/drawing/2014/main" id="{CA472935-6135-4357-8593-404B3315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1531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2" name="">
            <a:extLst xmlns:a="http://schemas.openxmlformats.org/drawingml/2006/main">
              <a:ext uri="{FF2B5EF4-FFF2-40B4-BE49-F238E27FC236}">
                <a16:creationId xmlns:a16="http://schemas.microsoft.com/office/drawing/2014/main" id="{C7B4D251-9AF0-46C5-BB90-CDA55FCAC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61531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3" name="">
            <a:extLst xmlns:a="http://schemas.openxmlformats.org/drawingml/2006/main">
              <a:ext uri="{FF2B5EF4-FFF2-40B4-BE49-F238E27FC236}">
                <a16:creationId xmlns:a16="http://schemas.microsoft.com/office/drawing/2014/main" id="{3B0E5465-B0BD-414A-80E9-513486E6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1531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4" name="">
            <a:extLst xmlns:a="http://schemas.openxmlformats.org/drawingml/2006/main">
              <a:ext uri="{FF2B5EF4-FFF2-40B4-BE49-F238E27FC236}">
                <a16:creationId xmlns:a16="http://schemas.microsoft.com/office/drawing/2014/main" id="{FFAA7489-C5AC-4072-B85F-9F9306A94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1531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5" name="">
            <a:extLst xmlns:a="http://schemas.openxmlformats.org/drawingml/2006/main">
              <a:ext uri="{FF2B5EF4-FFF2-40B4-BE49-F238E27FC236}">
                <a16:creationId xmlns:a16="http://schemas.microsoft.com/office/drawing/2014/main" id="{04E48553-8E16-4A69-AE6F-E881E622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1531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6" name="">
            <a:extLst xmlns:a="http://schemas.openxmlformats.org/drawingml/2006/main">
              <a:ext uri="{FF2B5EF4-FFF2-40B4-BE49-F238E27FC236}">
                <a16:creationId xmlns:a16="http://schemas.microsoft.com/office/drawing/2014/main" id="{1398E7AD-C9F5-4885-A1D0-DCF3A9359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61531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7" name="">
            <a:extLst xmlns:a="http://schemas.openxmlformats.org/drawingml/2006/main">
              <a:ext uri="{FF2B5EF4-FFF2-40B4-BE49-F238E27FC236}">
                <a16:creationId xmlns:a16="http://schemas.microsoft.com/office/drawing/2014/main" id="{DB73CD9B-42D0-495C-874F-06EA5852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61531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8" name="">
            <a:extLst xmlns:a="http://schemas.openxmlformats.org/drawingml/2006/main">
              <a:ext uri="{FF2B5EF4-FFF2-40B4-BE49-F238E27FC236}">
                <a16:creationId xmlns:a16="http://schemas.microsoft.com/office/drawing/2014/main" id="{24879390-C28D-45CD-B465-7F22E86FE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61531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59" name="">
            <a:extLst xmlns:a="http://schemas.openxmlformats.org/drawingml/2006/main">
              <a:ext uri="{FF2B5EF4-FFF2-40B4-BE49-F238E27FC236}">
                <a16:creationId xmlns:a16="http://schemas.microsoft.com/office/drawing/2014/main" id="{6995569C-4BFC-40F2-9332-93D2C1F1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1531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0" name="">
            <a:extLst xmlns:a="http://schemas.openxmlformats.org/drawingml/2006/main">
              <a:ext uri="{FF2B5EF4-FFF2-40B4-BE49-F238E27FC236}">
                <a16:creationId xmlns:a16="http://schemas.microsoft.com/office/drawing/2014/main" id="{A4C9B5BE-DB51-4B2C-80F6-7ED6B192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61531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1" name="">
            <a:extLst xmlns:a="http://schemas.openxmlformats.org/drawingml/2006/main">
              <a:ext uri="{FF2B5EF4-FFF2-40B4-BE49-F238E27FC236}">
                <a16:creationId xmlns:a16="http://schemas.microsoft.com/office/drawing/2014/main" id="{39A75034-86D3-4242-B174-439716B3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1531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2" name="">
            <a:extLst xmlns:a="http://schemas.openxmlformats.org/drawingml/2006/main">
              <a:ext uri="{FF2B5EF4-FFF2-40B4-BE49-F238E27FC236}">
                <a16:creationId xmlns:a16="http://schemas.microsoft.com/office/drawing/2014/main" id="{90B9E1E6-DC5C-4109-BA26-762B03FF7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1531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3" name="">
            <a:extLst xmlns:a="http://schemas.openxmlformats.org/drawingml/2006/main">
              <a:ext uri="{FF2B5EF4-FFF2-40B4-BE49-F238E27FC236}">
                <a16:creationId xmlns:a16="http://schemas.microsoft.com/office/drawing/2014/main" id="{746E0B5F-4931-4BF9-B377-EE106E5A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1531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4" name="">
            <a:extLst xmlns:a="http://schemas.openxmlformats.org/drawingml/2006/main">
              <a:ext uri="{FF2B5EF4-FFF2-40B4-BE49-F238E27FC236}">
                <a16:creationId xmlns:a16="http://schemas.microsoft.com/office/drawing/2014/main" id="{6E8A0632-5D17-4BC2-BA97-A862333E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15315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5" name="">
            <a:extLst xmlns:a="http://schemas.openxmlformats.org/drawingml/2006/main">
              <a:ext uri="{FF2B5EF4-FFF2-40B4-BE49-F238E27FC236}">
                <a16:creationId xmlns:a16="http://schemas.microsoft.com/office/drawing/2014/main" id="{12250740-B8A7-467F-8C76-7011D72FC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15315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6" name="">
            <a:extLst xmlns:a="http://schemas.openxmlformats.org/drawingml/2006/main">
              <a:ext uri="{FF2B5EF4-FFF2-40B4-BE49-F238E27FC236}">
                <a16:creationId xmlns:a16="http://schemas.microsoft.com/office/drawing/2014/main" id="{BD02E174-892E-4343-A151-1FE58D0B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15315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7" name="">
            <a:extLst xmlns:a="http://schemas.openxmlformats.org/drawingml/2006/main">
              <a:ext uri="{FF2B5EF4-FFF2-40B4-BE49-F238E27FC236}">
                <a16:creationId xmlns:a16="http://schemas.microsoft.com/office/drawing/2014/main" id="{FFB281F1-1581-4A83-B55D-5203CAF7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15315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8" name="">
            <a:extLst xmlns:a="http://schemas.openxmlformats.org/drawingml/2006/main">
              <a:ext uri="{FF2B5EF4-FFF2-40B4-BE49-F238E27FC236}">
                <a16:creationId xmlns:a16="http://schemas.microsoft.com/office/drawing/2014/main" id="{C12D3DB7-824A-4669-AC3E-F34C742E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615315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69" name="">
            <a:extLst xmlns:a="http://schemas.openxmlformats.org/drawingml/2006/main">
              <a:ext uri="{FF2B5EF4-FFF2-40B4-BE49-F238E27FC236}">
                <a16:creationId xmlns:a16="http://schemas.microsoft.com/office/drawing/2014/main" id="{9317C5CE-3519-4BA8-B316-D404CA190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62388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0" name="">
            <a:extLst xmlns:a="http://schemas.openxmlformats.org/drawingml/2006/main">
              <a:ext uri="{FF2B5EF4-FFF2-40B4-BE49-F238E27FC236}">
                <a16:creationId xmlns:a16="http://schemas.microsoft.com/office/drawing/2014/main" id="{5166A724-5A9B-4911-B262-D518CF90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62388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1" name="">
            <a:extLst xmlns:a="http://schemas.openxmlformats.org/drawingml/2006/main">
              <a:ext uri="{FF2B5EF4-FFF2-40B4-BE49-F238E27FC236}">
                <a16:creationId xmlns:a16="http://schemas.microsoft.com/office/drawing/2014/main" id="{91FE669A-4877-4D71-8BED-E83AD403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2388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2" name="">
            <a:extLst xmlns:a="http://schemas.openxmlformats.org/drawingml/2006/main">
              <a:ext uri="{FF2B5EF4-FFF2-40B4-BE49-F238E27FC236}">
                <a16:creationId xmlns:a16="http://schemas.microsoft.com/office/drawing/2014/main" id="{E275ECB2-0BB8-4F1D-8CA5-7E40B4DE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2388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3" name="">
            <a:extLst xmlns:a="http://schemas.openxmlformats.org/drawingml/2006/main">
              <a:ext uri="{FF2B5EF4-FFF2-40B4-BE49-F238E27FC236}">
                <a16:creationId xmlns:a16="http://schemas.microsoft.com/office/drawing/2014/main" id="{5C4A3CF0-D2E8-41FC-A9C0-8B3DD40E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2388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4" name="">
            <a:extLst xmlns:a="http://schemas.openxmlformats.org/drawingml/2006/main">
              <a:ext uri="{FF2B5EF4-FFF2-40B4-BE49-F238E27FC236}">
                <a16:creationId xmlns:a16="http://schemas.microsoft.com/office/drawing/2014/main" id="{EF2AA498-58EB-4568-AFE8-179E46FA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2388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5" name="">
            <a:extLst xmlns:a="http://schemas.openxmlformats.org/drawingml/2006/main">
              <a:ext uri="{FF2B5EF4-FFF2-40B4-BE49-F238E27FC236}">
                <a16:creationId xmlns:a16="http://schemas.microsoft.com/office/drawing/2014/main" id="{F63A0595-21FB-42E0-A74F-0E59544E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2388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6" name="">
            <a:extLst xmlns:a="http://schemas.openxmlformats.org/drawingml/2006/main">
              <a:ext uri="{FF2B5EF4-FFF2-40B4-BE49-F238E27FC236}">
                <a16:creationId xmlns:a16="http://schemas.microsoft.com/office/drawing/2014/main" id="{3FF8B8E6-88A6-49E4-917F-95EA5107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62388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7" name="">
            <a:extLst xmlns:a="http://schemas.openxmlformats.org/drawingml/2006/main">
              <a:ext uri="{FF2B5EF4-FFF2-40B4-BE49-F238E27FC236}">
                <a16:creationId xmlns:a16="http://schemas.microsoft.com/office/drawing/2014/main" id="{41BEFE73-5523-4814-93FE-80052E59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2388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8" name="">
            <a:extLst xmlns:a="http://schemas.openxmlformats.org/drawingml/2006/main">
              <a:ext uri="{FF2B5EF4-FFF2-40B4-BE49-F238E27FC236}">
                <a16:creationId xmlns:a16="http://schemas.microsoft.com/office/drawing/2014/main" id="{75F4148F-DF72-45F5-8F8B-A514AC9A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2388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79" name="">
            <a:extLst xmlns:a="http://schemas.openxmlformats.org/drawingml/2006/main">
              <a:ext uri="{FF2B5EF4-FFF2-40B4-BE49-F238E27FC236}">
                <a16:creationId xmlns:a16="http://schemas.microsoft.com/office/drawing/2014/main" id="{F915FFAB-1A1B-4685-94D9-907159BA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88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0" name="">
            <a:extLst xmlns:a="http://schemas.openxmlformats.org/drawingml/2006/main">
              <a:ext uri="{FF2B5EF4-FFF2-40B4-BE49-F238E27FC236}">
                <a16:creationId xmlns:a16="http://schemas.microsoft.com/office/drawing/2014/main" id="{BE5C6582-0B98-4453-BF10-2A57C48B4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62388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1" name="">
            <a:extLst xmlns:a="http://schemas.openxmlformats.org/drawingml/2006/main">
              <a:ext uri="{FF2B5EF4-FFF2-40B4-BE49-F238E27FC236}">
                <a16:creationId xmlns:a16="http://schemas.microsoft.com/office/drawing/2014/main" id="{B19C7C47-9750-4D11-B0B7-5C0E92306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62388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2" name="">
            <a:extLst xmlns:a="http://schemas.openxmlformats.org/drawingml/2006/main">
              <a:ext uri="{FF2B5EF4-FFF2-40B4-BE49-F238E27FC236}">
                <a16:creationId xmlns:a16="http://schemas.microsoft.com/office/drawing/2014/main" id="{AA37501E-1B7A-4344-AA30-D5853E5F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62388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3" name="">
            <a:extLst xmlns:a="http://schemas.openxmlformats.org/drawingml/2006/main">
              <a:ext uri="{FF2B5EF4-FFF2-40B4-BE49-F238E27FC236}">
                <a16:creationId xmlns:a16="http://schemas.microsoft.com/office/drawing/2014/main" id="{AE7398D7-881D-4A6E-8147-7762B91DD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2388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4" name="">
            <a:extLst xmlns:a="http://schemas.openxmlformats.org/drawingml/2006/main">
              <a:ext uri="{FF2B5EF4-FFF2-40B4-BE49-F238E27FC236}">
                <a16:creationId xmlns:a16="http://schemas.microsoft.com/office/drawing/2014/main" id="{697592F5-9DEB-4EE6-A151-B6C9C975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62388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5" name="">
            <a:extLst xmlns:a="http://schemas.openxmlformats.org/drawingml/2006/main">
              <a:ext uri="{FF2B5EF4-FFF2-40B4-BE49-F238E27FC236}">
                <a16:creationId xmlns:a16="http://schemas.microsoft.com/office/drawing/2014/main" id="{823D1DF3-8FFC-4235-9741-406B348A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2388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6" name="">
            <a:extLst xmlns:a="http://schemas.openxmlformats.org/drawingml/2006/main">
              <a:ext uri="{FF2B5EF4-FFF2-40B4-BE49-F238E27FC236}">
                <a16:creationId xmlns:a16="http://schemas.microsoft.com/office/drawing/2014/main" id="{D203CFB7-51B4-420A-933A-C21D93669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2388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7" name="">
            <a:extLst xmlns:a="http://schemas.openxmlformats.org/drawingml/2006/main">
              <a:ext uri="{FF2B5EF4-FFF2-40B4-BE49-F238E27FC236}">
                <a16:creationId xmlns:a16="http://schemas.microsoft.com/office/drawing/2014/main" id="{CAFDBA61-CF02-447A-AAC4-1286B50D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388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8" name="">
            <a:extLst xmlns:a="http://schemas.openxmlformats.org/drawingml/2006/main">
              <a:ext uri="{FF2B5EF4-FFF2-40B4-BE49-F238E27FC236}">
                <a16:creationId xmlns:a16="http://schemas.microsoft.com/office/drawing/2014/main" id="{E92C5DC3-7023-4229-879F-C79E1025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23887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89" name="">
            <a:extLst xmlns:a="http://schemas.openxmlformats.org/drawingml/2006/main">
              <a:ext uri="{FF2B5EF4-FFF2-40B4-BE49-F238E27FC236}">
                <a16:creationId xmlns:a16="http://schemas.microsoft.com/office/drawing/2014/main" id="{73DBA86E-42F5-4EFC-8E07-826AAAAB6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23887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0" name="">
            <a:extLst xmlns:a="http://schemas.openxmlformats.org/drawingml/2006/main">
              <a:ext uri="{FF2B5EF4-FFF2-40B4-BE49-F238E27FC236}">
                <a16:creationId xmlns:a16="http://schemas.microsoft.com/office/drawing/2014/main" id="{2050A5B4-E514-48C7-AF5B-D763FB1C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23887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1" name="">
            <a:extLst xmlns:a="http://schemas.openxmlformats.org/drawingml/2006/main">
              <a:ext uri="{FF2B5EF4-FFF2-40B4-BE49-F238E27FC236}">
                <a16:creationId xmlns:a16="http://schemas.microsoft.com/office/drawing/2014/main" id="{E77E0C22-9E79-4C98-93D7-89354736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23887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2" name="">
            <a:extLst xmlns:a="http://schemas.openxmlformats.org/drawingml/2006/main">
              <a:ext uri="{FF2B5EF4-FFF2-40B4-BE49-F238E27FC236}">
                <a16:creationId xmlns:a16="http://schemas.microsoft.com/office/drawing/2014/main" id="{36DE9459-F471-4202-A2F3-3D7A30C31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623887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3" name="">
            <a:extLst xmlns:a="http://schemas.openxmlformats.org/drawingml/2006/main">
              <a:ext uri="{FF2B5EF4-FFF2-40B4-BE49-F238E27FC236}">
                <a16:creationId xmlns:a16="http://schemas.microsoft.com/office/drawing/2014/main" id="{4A2F9A97-DA96-43F7-AB4C-8378BF21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63246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4" name="">
            <a:extLst xmlns:a="http://schemas.openxmlformats.org/drawingml/2006/main">
              <a:ext uri="{FF2B5EF4-FFF2-40B4-BE49-F238E27FC236}">
                <a16:creationId xmlns:a16="http://schemas.microsoft.com/office/drawing/2014/main" id="{C0908FBE-A236-4612-AFBD-CB368172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63246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5" name="">
            <a:extLst xmlns:a="http://schemas.openxmlformats.org/drawingml/2006/main">
              <a:ext uri="{FF2B5EF4-FFF2-40B4-BE49-F238E27FC236}">
                <a16:creationId xmlns:a16="http://schemas.microsoft.com/office/drawing/2014/main" id="{343F1C16-1630-446E-BB2E-06B8C7C2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3246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6" name="">
            <a:extLst xmlns:a="http://schemas.openxmlformats.org/drawingml/2006/main">
              <a:ext uri="{FF2B5EF4-FFF2-40B4-BE49-F238E27FC236}">
                <a16:creationId xmlns:a16="http://schemas.microsoft.com/office/drawing/2014/main" id="{8255A6DB-A8DC-4A90-89A5-9D08205C5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3246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7" name="">
            <a:extLst xmlns:a="http://schemas.openxmlformats.org/drawingml/2006/main">
              <a:ext uri="{FF2B5EF4-FFF2-40B4-BE49-F238E27FC236}">
                <a16:creationId xmlns:a16="http://schemas.microsoft.com/office/drawing/2014/main" id="{B0F32AA3-326F-4574-86C2-40EE36065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3246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8" name="">
            <a:extLst xmlns:a="http://schemas.openxmlformats.org/drawingml/2006/main">
              <a:ext uri="{FF2B5EF4-FFF2-40B4-BE49-F238E27FC236}">
                <a16:creationId xmlns:a16="http://schemas.microsoft.com/office/drawing/2014/main" id="{83CC2293-5096-47A0-90A7-DE205A9B8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3246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799" name="">
            <a:extLst xmlns:a="http://schemas.openxmlformats.org/drawingml/2006/main">
              <a:ext uri="{FF2B5EF4-FFF2-40B4-BE49-F238E27FC236}">
                <a16:creationId xmlns:a16="http://schemas.microsoft.com/office/drawing/2014/main" id="{03D92939-418B-4545-83F5-859EB109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246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0" name="">
            <a:extLst xmlns:a="http://schemas.openxmlformats.org/drawingml/2006/main">
              <a:ext uri="{FF2B5EF4-FFF2-40B4-BE49-F238E27FC236}">
                <a16:creationId xmlns:a16="http://schemas.microsoft.com/office/drawing/2014/main" id="{557A46E6-28A8-4D67-8AF5-7EEA7678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63246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1" name="">
            <a:extLst xmlns:a="http://schemas.openxmlformats.org/drawingml/2006/main">
              <a:ext uri="{FF2B5EF4-FFF2-40B4-BE49-F238E27FC236}">
                <a16:creationId xmlns:a16="http://schemas.microsoft.com/office/drawing/2014/main" id="{99E1870F-CF50-4E8D-8EFD-CC08721E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3246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2" name="">
            <a:extLst xmlns:a="http://schemas.openxmlformats.org/drawingml/2006/main">
              <a:ext uri="{FF2B5EF4-FFF2-40B4-BE49-F238E27FC236}">
                <a16:creationId xmlns:a16="http://schemas.microsoft.com/office/drawing/2014/main" id="{D413460A-6E7B-48DD-85BD-6D78E1767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3246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3" name="">
            <a:extLst xmlns:a="http://schemas.openxmlformats.org/drawingml/2006/main">
              <a:ext uri="{FF2B5EF4-FFF2-40B4-BE49-F238E27FC236}">
                <a16:creationId xmlns:a16="http://schemas.microsoft.com/office/drawing/2014/main" id="{2CCBFA22-1F2E-47F6-B20A-5C39FE68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3246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4" name="">
            <a:extLst xmlns:a="http://schemas.openxmlformats.org/drawingml/2006/main">
              <a:ext uri="{FF2B5EF4-FFF2-40B4-BE49-F238E27FC236}">
                <a16:creationId xmlns:a16="http://schemas.microsoft.com/office/drawing/2014/main" id="{A1358734-7FD6-416C-811D-EF6BF13F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63246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5" name="">
            <a:extLst xmlns:a="http://schemas.openxmlformats.org/drawingml/2006/main">
              <a:ext uri="{FF2B5EF4-FFF2-40B4-BE49-F238E27FC236}">
                <a16:creationId xmlns:a16="http://schemas.microsoft.com/office/drawing/2014/main" id="{52EC948D-E463-4221-A8C9-4485A240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63246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6" name="">
            <a:extLst xmlns:a="http://schemas.openxmlformats.org/drawingml/2006/main">
              <a:ext uri="{FF2B5EF4-FFF2-40B4-BE49-F238E27FC236}">
                <a16:creationId xmlns:a16="http://schemas.microsoft.com/office/drawing/2014/main" id="{288DB8A4-D51D-4BED-83B6-47F9219B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63246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7" name="">
            <a:extLst xmlns:a="http://schemas.openxmlformats.org/drawingml/2006/main">
              <a:ext uri="{FF2B5EF4-FFF2-40B4-BE49-F238E27FC236}">
                <a16:creationId xmlns:a16="http://schemas.microsoft.com/office/drawing/2014/main" id="{03AC4397-5FF9-4453-8CEC-D7A28EA8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246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8" name="">
            <a:extLst xmlns:a="http://schemas.openxmlformats.org/drawingml/2006/main">
              <a:ext uri="{FF2B5EF4-FFF2-40B4-BE49-F238E27FC236}">
                <a16:creationId xmlns:a16="http://schemas.microsoft.com/office/drawing/2014/main" id="{B6606CC7-529B-4EF4-82C2-03BDC124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63246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09" name="">
            <a:extLst xmlns:a="http://schemas.openxmlformats.org/drawingml/2006/main">
              <a:ext uri="{FF2B5EF4-FFF2-40B4-BE49-F238E27FC236}">
                <a16:creationId xmlns:a16="http://schemas.microsoft.com/office/drawing/2014/main" id="{5BADB3EA-BBBC-4AC6-ACC3-1A5C959EA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246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0" name="">
            <a:extLst xmlns:a="http://schemas.openxmlformats.org/drawingml/2006/main">
              <a:ext uri="{FF2B5EF4-FFF2-40B4-BE49-F238E27FC236}">
                <a16:creationId xmlns:a16="http://schemas.microsoft.com/office/drawing/2014/main" id="{A48F3D4F-E1EB-4FEB-839A-243A92A8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246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1" name="">
            <a:extLst xmlns:a="http://schemas.openxmlformats.org/drawingml/2006/main">
              <a:ext uri="{FF2B5EF4-FFF2-40B4-BE49-F238E27FC236}">
                <a16:creationId xmlns:a16="http://schemas.microsoft.com/office/drawing/2014/main" id="{AF096C19-8871-41FF-8A3B-CA7F1F0C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2" name="">
            <a:extLst xmlns:a="http://schemas.openxmlformats.org/drawingml/2006/main">
              <a:ext uri="{FF2B5EF4-FFF2-40B4-BE49-F238E27FC236}">
                <a16:creationId xmlns:a16="http://schemas.microsoft.com/office/drawing/2014/main" id="{A7A07897-BBF6-4F71-B74B-DC526CB3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24600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3" name="">
            <a:extLst xmlns:a="http://schemas.openxmlformats.org/drawingml/2006/main">
              <a:ext uri="{FF2B5EF4-FFF2-40B4-BE49-F238E27FC236}">
                <a16:creationId xmlns:a16="http://schemas.microsoft.com/office/drawing/2014/main" id="{5744FDB3-3CC5-4B40-9CBE-1CAB89AA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24600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4" name="">
            <a:extLst xmlns:a="http://schemas.openxmlformats.org/drawingml/2006/main">
              <a:ext uri="{FF2B5EF4-FFF2-40B4-BE49-F238E27FC236}">
                <a16:creationId xmlns:a16="http://schemas.microsoft.com/office/drawing/2014/main" id="{EE2E9552-B438-4188-AB87-6FEE2C22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324600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5" name="">
            <a:extLst xmlns:a="http://schemas.openxmlformats.org/drawingml/2006/main">
              <a:ext uri="{FF2B5EF4-FFF2-40B4-BE49-F238E27FC236}">
                <a16:creationId xmlns:a16="http://schemas.microsoft.com/office/drawing/2014/main" id="{4B5700B9-B77C-4D96-B954-0A2EA192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324600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6" name="">
            <a:extLst xmlns:a="http://schemas.openxmlformats.org/drawingml/2006/main">
              <a:ext uri="{FF2B5EF4-FFF2-40B4-BE49-F238E27FC236}">
                <a16:creationId xmlns:a16="http://schemas.microsoft.com/office/drawing/2014/main" id="{4457273A-0E6F-44F0-9999-147F3D97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6324600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7" name="">
            <a:extLst xmlns:a="http://schemas.openxmlformats.org/drawingml/2006/main">
              <a:ext uri="{FF2B5EF4-FFF2-40B4-BE49-F238E27FC236}">
                <a16:creationId xmlns:a16="http://schemas.microsoft.com/office/drawing/2014/main" id="{5910B81E-25BA-49F9-A1A3-0DB2C09C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64103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8" name="">
            <a:extLst xmlns:a="http://schemas.openxmlformats.org/drawingml/2006/main">
              <a:ext uri="{FF2B5EF4-FFF2-40B4-BE49-F238E27FC236}">
                <a16:creationId xmlns:a16="http://schemas.microsoft.com/office/drawing/2014/main" id="{AF99AF5A-7785-4C8F-BCE4-D6041198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64103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19" name="">
            <a:extLst xmlns:a="http://schemas.openxmlformats.org/drawingml/2006/main">
              <a:ext uri="{FF2B5EF4-FFF2-40B4-BE49-F238E27FC236}">
                <a16:creationId xmlns:a16="http://schemas.microsoft.com/office/drawing/2014/main" id="{1C35A374-322C-4648-9B59-F3A3DB16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4103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0" name="">
            <a:extLst xmlns:a="http://schemas.openxmlformats.org/drawingml/2006/main">
              <a:ext uri="{FF2B5EF4-FFF2-40B4-BE49-F238E27FC236}">
                <a16:creationId xmlns:a16="http://schemas.microsoft.com/office/drawing/2014/main" id="{B9D2936A-A5E2-490E-BBCE-B384B9CB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4103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1" name="">
            <a:extLst xmlns:a="http://schemas.openxmlformats.org/drawingml/2006/main">
              <a:ext uri="{FF2B5EF4-FFF2-40B4-BE49-F238E27FC236}">
                <a16:creationId xmlns:a16="http://schemas.microsoft.com/office/drawing/2014/main" id="{B0CDD1FE-468F-4FB8-871D-1ED300D9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103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2" name="">
            <a:extLst xmlns:a="http://schemas.openxmlformats.org/drawingml/2006/main">
              <a:ext uri="{FF2B5EF4-FFF2-40B4-BE49-F238E27FC236}">
                <a16:creationId xmlns:a16="http://schemas.microsoft.com/office/drawing/2014/main" id="{A164C482-DD97-471A-8742-7D9193211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4103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3" name="">
            <a:extLst xmlns:a="http://schemas.openxmlformats.org/drawingml/2006/main">
              <a:ext uri="{FF2B5EF4-FFF2-40B4-BE49-F238E27FC236}">
                <a16:creationId xmlns:a16="http://schemas.microsoft.com/office/drawing/2014/main" id="{4C3BDE2F-F68D-42C6-90BA-5B663C8A4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4103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4" name="">
            <a:extLst xmlns:a="http://schemas.openxmlformats.org/drawingml/2006/main">
              <a:ext uri="{FF2B5EF4-FFF2-40B4-BE49-F238E27FC236}">
                <a16:creationId xmlns:a16="http://schemas.microsoft.com/office/drawing/2014/main" id="{593E5BBE-3C18-497D-AA0B-5CAD770F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64103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5" name="">
            <a:extLst xmlns:a="http://schemas.openxmlformats.org/drawingml/2006/main">
              <a:ext uri="{FF2B5EF4-FFF2-40B4-BE49-F238E27FC236}">
                <a16:creationId xmlns:a16="http://schemas.microsoft.com/office/drawing/2014/main" id="{96CF87C7-8370-4A45-9961-0FDA18F7B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4103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6" name="">
            <a:extLst xmlns:a="http://schemas.openxmlformats.org/drawingml/2006/main">
              <a:ext uri="{FF2B5EF4-FFF2-40B4-BE49-F238E27FC236}">
                <a16:creationId xmlns:a16="http://schemas.microsoft.com/office/drawing/2014/main" id="{143D9ECF-B035-4D8F-892B-F4A867C67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4103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7" name="">
            <a:extLst xmlns:a="http://schemas.openxmlformats.org/drawingml/2006/main">
              <a:ext uri="{FF2B5EF4-FFF2-40B4-BE49-F238E27FC236}">
                <a16:creationId xmlns:a16="http://schemas.microsoft.com/office/drawing/2014/main" id="{4BA0DEC6-6D27-4288-AB7C-A2B3DA54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4103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8" name="">
            <a:extLst xmlns:a="http://schemas.openxmlformats.org/drawingml/2006/main">
              <a:ext uri="{FF2B5EF4-FFF2-40B4-BE49-F238E27FC236}">
                <a16:creationId xmlns:a16="http://schemas.microsoft.com/office/drawing/2014/main" id="{DC9EE040-7DA5-4D23-BCFE-BE32C3C96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64103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29" name="">
            <a:extLst xmlns:a="http://schemas.openxmlformats.org/drawingml/2006/main">
              <a:ext uri="{FF2B5EF4-FFF2-40B4-BE49-F238E27FC236}">
                <a16:creationId xmlns:a16="http://schemas.microsoft.com/office/drawing/2014/main" id="{5EAACC16-CAAE-4FCE-AC9C-A56093AB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64103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0" name="">
            <a:extLst xmlns:a="http://schemas.openxmlformats.org/drawingml/2006/main">
              <a:ext uri="{FF2B5EF4-FFF2-40B4-BE49-F238E27FC236}">
                <a16:creationId xmlns:a16="http://schemas.microsoft.com/office/drawing/2014/main" id="{DD946BA1-49CE-4BC3-AE42-D3A7025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64103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1" name="">
            <a:extLst xmlns:a="http://schemas.openxmlformats.org/drawingml/2006/main">
              <a:ext uri="{FF2B5EF4-FFF2-40B4-BE49-F238E27FC236}">
                <a16:creationId xmlns:a16="http://schemas.microsoft.com/office/drawing/2014/main" id="{C14FBC2D-7D2D-4DC9-9E4E-869B9517B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03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2" name="">
            <a:extLst xmlns:a="http://schemas.openxmlformats.org/drawingml/2006/main">
              <a:ext uri="{FF2B5EF4-FFF2-40B4-BE49-F238E27FC236}">
                <a16:creationId xmlns:a16="http://schemas.microsoft.com/office/drawing/2014/main" id="{94259C3D-15B5-4D61-A357-17424433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64103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3" name="">
            <a:extLst xmlns:a="http://schemas.openxmlformats.org/drawingml/2006/main">
              <a:ext uri="{FF2B5EF4-FFF2-40B4-BE49-F238E27FC236}">
                <a16:creationId xmlns:a16="http://schemas.microsoft.com/office/drawing/2014/main" id="{5D5994F3-8476-4F4B-9343-E35D4760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03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4" name="">
            <a:extLst xmlns:a="http://schemas.openxmlformats.org/drawingml/2006/main">
              <a:ext uri="{FF2B5EF4-FFF2-40B4-BE49-F238E27FC236}">
                <a16:creationId xmlns:a16="http://schemas.microsoft.com/office/drawing/2014/main" id="{407C1A95-DF7F-4869-B1BF-3E652C8D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103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5" name="">
            <a:extLst xmlns:a="http://schemas.openxmlformats.org/drawingml/2006/main">
              <a:ext uri="{FF2B5EF4-FFF2-40B4-BE49-F238E27FC236}">
                <a16:creationId xmlns:a16="http://schemas.microsoft.com/office/drawing/2014/main" id="{EA75BC8A-82D1-4B0C-8D64-BCAFA1458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103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6" name="">
            <a:extLst xmlns:a="http://schemas.openxmlformats.org/drawingml/2006/main">
              <a:ext uri="{FF2B5EF4-FFF2-40B4-BE49-F238E27FC236}">
                <a16:creationId xmlns:a16="http://schemas.microsoft.com/office/drawing/2014/main" id="{1E728B79-CCA0-41E7-943A-99E77E63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0325"/>
            <a:ext cx="14326" cy="143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7" name="">
            <a:extLst xmlns:a="http://schemas.openxmlformats.org/drawingml/2006/main">
              <a:ext uri="{FF2B5EF4-FFF2-40B4-BE49-F238E27FC236}">
                <a16:creationId xmlns:a16="http://schemas.microsoft.com/office/drawing/2014/main" id="{97670EED-5D7F-4B05-AEDB-86C6E103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10325"/>
            <a:ext cx="17983" cy="179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8" name="">
            <a:extLst xmlns:a="http://schemas.openxmlformats.org/drawingml/2006/main">
              <a:ext uri="{FF2B5EF4-FFF2-40B4-BE49-F238E27FC236}">
                <a16:creationId xmlns:a16="http://schemas.microsoft.com/office/drawing/2014/main" id="{E7D42971-1CAC-4203-8173-510E8C8C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410325"/>
            <a:ext cx="21641" cy="2164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39" name="">
            <a:extLst xmlns:a="http://schemas.openxmlformats.org/drawingml/2006/main">
              <a:ext uri="{FF2B5EF4-FFF2-40B4-BE49-F238E27FC236}">
                <a16:creationId xmlns:a16="http://schemas.microsoft.com/office/drawing/2014/main" id="{3DD0168D-6883-47C3-9D41-A9D0530B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410325"/>
            <a:ext cx="25298" cy="25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40" name="">
            <a:extLst xmlns:a="http://schemas.openxmlformats.org/drawingml/2006/main">
              <a:ext uri="{FF2B5EF4-FFF2-40B4-BE49-F238E27FC236}">
                <a16:creationId xmlns:a16="http://schemas.microsoft.com/office/drawing/2014/main" id="{00B19CC8-6B6B-4CEC-8352-DCDFDB182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6410325"/>
            <a:ext cx="10668" cy="106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841" name="">
            <a:extLst xmlns:a="http://schemas.openxmlformats.org/drawingml/2006/main">
              <a:ext uri="{FF2B5EF4-FFF2-40B4-BE49-F238E27FC236}">
                <a16:creationId xmlns:a16="http://schemas.microsoft.com/office/drawing/2014/main" id="{8290B770-3A19-4A07-9D20-3E81BFC80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C7C7C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C7C7C7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842" name="">
            <a:extLst xmlns:a="http://schemas.openxmlformats.org/drawingml/2006/main">
              <a:ext uri="{FF2B5EF4-FFF2-40B4-BE49-F238E27FC236}">
                <a16:creationId xmlns:a16="http://schemas.microsoft.com/office/drawing/2014/main" id="{7588FEB9-6EF3-41F9-9CC5-D872398FF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15100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7C7C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C7C7C7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9073388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3F2A63-0A25-4AB7-8293-A6A2CAC4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EBF846-260A-4DC6-91F6-78DC370FE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AUTHORIZATION PATHS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3D4D56-A531-4248-8BD4-32FB1092A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A6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810C87-7F41-4E3E-A65F-A16C6DF1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8858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02124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02124"/>
                </a:solidFill>
                <a:latin typeface="Aptos Display"/>
                <a:ea typeface="Aptos Display"/>
                <a:cs typeface="Aptos Display"/>
              </a:rPr>
              <a:t>The demo supports both direct user authorization and delegated Agent execution.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FB5137-2C0E-40C1-895F-22B6ABCA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64AD8A-B574-4968-AAEB-2437804F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15100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29ABC8-5FC9-4774-A760-CA8A317D8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0"/>
            <a:ext cx="52197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48A6B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981B59-3742-4C3D-8FA0-050DB1228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48A6B8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48A6B8"/>
                </a:solidFill>
                <a:latin typeface="Aptos Display"/>
                <a:ea typeface="Aptos Display"/>
                <a:cs typeface="Aptos Display"/>
              </a:rPr>
              <a:t>DEFAULT EOA + EIP-712 PATH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F64DBB-7B9A-430C-8A66-46562AFD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1562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8A6B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6319E5-4D19-44CB-ADC6-BD2F9A4C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57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48A6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8A56D0-4FEA-4B49-9AED-7E9F10CA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432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EOA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34A108-787D-49ED-8A6C-29E85AD2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76550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EOA wallet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23E86F-F0F3-44B4-B830-BED65EB2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33725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User signs tx or typed 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40743C-9354-4AB7-A2B8-4093B31A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2415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8A6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C96425-BF50-4BBA-A0C4-4A7E9FA3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57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48A6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E2BF1E-B849-43C0-92E3-57FFD49B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9432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SIG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F73280-A93D-462F-B311-77CF600E9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876550"/>
            <a:ext cx="990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SignedCall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1A6F4A-A084-4DE9-B3CC-A09AD0854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133725"/>
            <a:ext cx="990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runAt, deadline, dataHash, nonce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F395F3-C344-44AE-A265-8BB22744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43350"/>
            <a:ext cx="1562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8A6B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CA10D7-A3F6-4D96-99AD-4260C4BE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076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48A6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E0D366-263D-4EAC-AFCE-AF036E05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1624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REL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FF75D5-9BCA-4014-A3B7-346AD0D7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095750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Relayer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9E07CD-EC5E-4602-8C6E-DE5541B73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52925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executes when due</a:t>
            </a:r>
          </a:p>
        </p:txBody>
      </p:sp>
      <p:sp>
        <p:nvSpPr>
          <p:cNvPr id="24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D5207D84-103A-44AA-9BB6-967E9050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038475"/>
            <a:ext cx="7048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8A6B8"/>
          </a:solidFill>
          <a:ln xmlns:a="http://schemas.openxmlformats.org/drawingml/2006/main" w="0">
            <a:solidFill>
              <a:srgbClr val="48A6B8"/>
            </a:solidFill>
            <a:prstDash val="solid"/>
          </a:ln>
        </p:spPr>
      </p:sp>
      <p:sp>
        <p:nvSpPr>
          <p:cNvPr id="25" name="native-down-arrow">
            <a:extLst xmlns:a="http://schemas.openxmlformats.org/drawingml/2006/main">
              <a:ext uri="{FF2B5EF4-FFF2-40B4-BE49-F238E27FC236}">
                <a16:creationId xmlns:a16="http://schemas.microsoft.com/office/drawing/2014/main" id="{C341AF7D-F608-44BB-90D5-CCD2AA1B2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05200"/>
            <a:ext cx="76200" cy="3619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48A6B8"/>
          </a:solidFill>
          <a:ln xmlns:a="http://schemas.openxmlformats.org/drawingml/2006/main" w="0">
            <a:solidFill>
              <a:srgbClr val="48A6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DB9234-6F1E-4D9D-8B0C-C1DDDFC5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3619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A7A7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A7A7A"/>
                </a:solidFill>
                <a:latin typeface="Aptos"/>
                <a:ea typeface="Aptos"/>
                <a:cs typeface="Aptos"/>
              </a:rPr>
              <a:t>Best for scheduled transfer/swap workflows without exposing private keys.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4B75DB-30AC-4FB7-B076-D0FB93F9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05000"/>
            <a:ext cx="52197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9DCC4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07FA70-1B21-4CEF-9DC8-70DE7CD95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3360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9DCC43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9DCC43"/>
                </a:solidFill>
                <a:latin typeface="Aptos Display"/>
                <a:ea typeface="Aptos Display"/>
                <a:cs typeface="Aptos Display"/>
              </a:rPr>
              <a:t>ADVANCED AGENT WALLET PATH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5D1773-0BD8-422F-B1E0-3DBACF72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24150"/>
            <a:ext cx="1619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9DCC4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25042E-4F3C-40E0-BEF1-E6C42234C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857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9DCC4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E85B53-5011-4B1D-8B42-DB5A6160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432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9DCC43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9DCC43"/>
                </a:solidFill>
                <a:latin typeface="Aptos"/>
                <a:ea typeface="Aptos"/>
                <a:cs typeface="Aptos"/>
              </a:rPr>
              <a:t>OWN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C7033B-9F34-44E1-92EF-4FD7BD96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876550"/>
            <a:ext cx="933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Owner EOA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B128BA-6BCF-4159-BA90-4D8CDEEF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33725"/>
            <a:ext cx="933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authorizes platform Agent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9B4FB7-11DC-44D1-A36C-B31CF3B1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72415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9DCC4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EA5C695-2A6C-4DA1-94D7-9C303C6C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857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9DCC4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740729-6E3B-434F-BE9F-4847EC0F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9432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9DCC43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9DCC43"/>
                </a:solidFill>
                <a:latin typeface="Aptos"/>
                <a:ea typeface="Aptos"/>
                <a:cs typeface="Aptos"/>
              </a:rPr>
              <a:t>SA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2248FB-0229-41EF-9960-3ED37AF95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876550"/>
            <a:ext cx="1028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Smart account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703F619-0014-49B7-B78A-A3F51193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133725"/>
            <a:ext cx="1028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target, value and expiry limits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621B6ED-7E3E-4F3F-8411-67962368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943350"/>
            <a:ext cx="1866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9DCC4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718F466-44F2-4735-9625-A733BBC4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76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9DCC4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D6B9C84-3DDE-46B7-9FD4-60D75232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1624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9DCC43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9DCC43"/>
                </a:solidFill>
                <a:latin typeface="Aptos"/>
                <a:ea typeface="Aptos"/>
                <a:cs typeface="Aptos"/>
              </a:rPr>
              <a:t>AG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B034286-5C14-4EAB-A461-BD5A7220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9575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Agent signer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FF3D76F-FB9C-459B-A986-38A2FE25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352925"/>
            <a:ext cx="1181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executes allowed single or batch calls</a:t>
            </a:r>
          </a:p>
        </p:txBody>
      </p:sp>
      <p:sp>
        <p:nvSpPr>
          <p:cNvPr id="44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222C6F41-9B1B-48A7-B79A-D3F20B1D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38475"/>
            <a:ext cx="6286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DCC43"/>
          </a:solidFill>
          <a:ln xmlns:a="http://schemas.openxmlformats.org/drawingml/2006/main" w="0">
            <a:solidFill>
              <a:srgbClr val="9DCC43"/>
            </a:solidFill>
            <a:prstDash val="solid"/>
          </a:ln>
        </p:spPr>
      </p:sp>
      <p:sp>
        <p:nvSpPr>
          <p:cNvPr id="45" name="native-down-arrow">
            <a:extLst xmlns:a="http://schemas.openxmlformats.org/drawingml/2006/main">
              <a:ext uri="{FF2B5EF4-FFF2-40B4-BE49-F238E27FC236}">
                <a16:creationId xmlns:a16="http://schemas.microsoft.com/office/drawing/2014/main" id="{EE9BAF32-DD89-428F-89E5-E785839A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505200"/>
            <a:ext cx="76200" cy="3619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9DCC43"/>
          </a:solidFill>
          <a:ln xmlns:a="http://schemas.openxmlformats.org/drawingml/2006/main" w="0">
            <a:solidFill>
              <a:srgbClr val="9DCC4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CD6C732-A174-45FE-987A-F1775BD1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972050"/>
            <a:ext cx="3810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A7A7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7A7A7A"/>
                </a:solidFill>
                <a:latin typeface="Aptos"/>
                <a:ea typeface="Aptos"/>
                <a:cs typeface="Aptos"/>
              </a:rPr>
              <a:t>Best for autonomous agent behavior after one bounded owner authorization.</a:t>
            </a:r>
          </a:p>
        </p:txBody>
      </p:sp>
    </p:spTree>
    <p:extLst>
      <p:ext uri="{BB962C8B-B14F-4D97-AF65-F5344CB8AC3E}">
        <p14:creationId xmlns:p14="http://schemas.microsoft.com/office/powerpoint/2010/main" val="178836008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B082CD-0276-4934-99D5-CCAA318D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A3A806-3589-4770-B52E-952729639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BATCHING AND AGGREGATION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9FEAF6-BD7C-49B8-8815-92ABB6CD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A6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251FAC-EA3A-4532-8049-FBD326D4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8858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02124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02124"/>
                </a:solidFill>
                <a:latin typeface="Aptos Display"/>
                <a:ea typeface="Aptos Display"/>
                <a:cs typeface="Aptos Display"/>
              </a:rPr>
              <a:t>The system reduces repeated execution overhead before touching the chain.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90A186-5E73-48F6-B90C-FA2A186B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917D4F-622E-4122-BF0C-CA3D2BDE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15100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5BF0E8-27AB-4E30-B0F8-93372025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1809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8A6B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A7C634-1BBA-400D-B4DA-C03DBD15D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14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48A6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7AFABD-2F8D-4D6C-A571-3BBEB4E1F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003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E33826-DE14-49C3-A994-BC2C7887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33650"/>
            <a:ext cx="1123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Intent pool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76A376-C157-4FD6-BB23-25AF58C9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90825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queued swap, transfer, rebalance and scheduled intents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5228F9-66B2-4252-BFAC-D6842988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76450"/>
            <a:ext cx="2095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7171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6633B4-DFC1-4B85-9153-A638A9B9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09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7171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698304-1EF8-4158-BF67-18D6DF54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955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F1C979-13D8-4425-8883-DFD6ABB6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2885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Batch builder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5A0FCF-54C3-4499-AF26-7C5AF400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86025"/>
            <a:ext cx="1409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groups compatible queued work by type and batch size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E75408-4B6C-4AD5-96B7-003EED47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543300"/>
            <a:ext cx="2095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7171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6A6A64-A4E7-4CDD-870A-1A2906F6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676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7171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073158-CAF3-42FE-A043-52B5CEB5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76237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843D48-2A1C-480D-9C69-FA6816681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9570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Matcher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84595F-36C0-4B22-94E9-41D09425C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952875"/>
            <a:ext cx="1409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ETH/USDC exact and partial matching planner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41430F-072E-414C-83E6-497F934B7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00350"/>
            <a:ext cx="22669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A44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2E0D13-CC8B-45CF-9311-74962B6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33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9A44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120C3E-5C27-4F6D-A399-04A7130A6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194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D9A441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D9A441"/>
                </a:solidFill>
                <a:latin typeface="Aptos"/>
                <a:ea typeface="Aptos"/>
                <a:cs typeface="Aptos"/>
              </a:rPr>
              <a:t>PKG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9412B9-2007-4EDD-99E6-EA388D06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52750"/>
            <a:ext cx="1581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Execution package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416F49-4A13-4965-805D-55AF8F7F0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09925"/>
            <a:ext cx="1581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signed call batch, agent call batch, or external route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95B9B1-5FED-43CC-B854-99C64FDC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00350"/>
            <a:ext cx="16764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7434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581AA4-49F6-4D19-A342-F05F8F36F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933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C7434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A86921-40E5-4B22-9C4C-704EF7D3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0194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C74343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C74343"/>
                </a:solidFill>
                <a:latin typeface="Aptos"/>
                <a:ea typeface="Aptos"/>
                <a:cs typeface="Aptos"/>
              </a:rPr>
              <a:t>TX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913189-CC2C-4E9A-9E31-0A6BA46F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52750"/>
            <a:ext cx="990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On-chain execution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758A9A-5597-406E-9BDB-917BF6E65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209925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one tx carries several compatible intents when possible</a:t>
            </a:r>
          </a:p>
        </p:txBody>
      </p:sp>
      <p:sp>
        <p:nvSpPr>
          <p:cNvPr id="32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76968B79-D7E0-4216-BDFD-12F563F02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38425"/>
            <a:ext cx="8763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4B4B"/>
          </a:solidFill>
          <a:ln xmlns:a="http://schemas.openxmlformats.org/drawingml/2006/main" w="0">
            <a:solidFill>
              <a:srgbClr val="4B4B4B"/>
            </a:solidFill>
            <a:prstDash val="solid"/>
          </a:ln>
        </p:spPr>
      </p:sp>
      <p:sp>
        <p:nvSpPr>
          <p:cNvPr id="33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0ECDC02C-1215-4F7A-A10F-12DD937F0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371850"/>
            <a:ext cx="8763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4B4B"/>
          </a:solidFill>
          <a:ln xmlns:a="http://schemas.openxmlformats.org/drawingml/2006/main" w="0">
            <a:solidFill>
              <a:srgbClr val="4B4B4B"/>
            </a:solidFill>
            <a:prstDash val="solid"/>
          </a:ln>
        </p:spPr>
      </p:sp>
      <p:sp>
        <p:nvSpPr>
          <p:cNvPr id="34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6DE931C9-3413-48F2-99A2-69D2A63E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67025"/>
            <a:ext cx="9906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4B4B"/>
          </a:solidFill>
          <a:ln xmlns:a="http://schemas.openxmlformats.org/drawingml/2006/main" w="0">
            <a:solidFill>
              <a:srgbClr val="4B4B4B"/>
            </a:solidFill>
            <a:prstDash val="solid"/>
          </a:ln>
        </p:spPr>
      </p:sp>
      <p:sp>
        <p:nvSpPr>
          <p:cNvPr id="35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C509161F-73A9-43B5-BB78-6B84591F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00450"/>
            <a:ext cx="9906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4B4B"/>
          </a:solidFill>
          <a:ln xmlns:a="http://schemas.openxmlformats.org/drawingml/2006/main" w="0">
            <a:solidFill>
              <a:srgbClr val="4B4B4B"/>
            </a:solidFill>
            <a:prstDash val="solid"/>
          </a:ln>
        </p:spPr>
      </p:sp>
      <p:sp>
        <p:nvSpPr>
          <p:cNvPr id="36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20D6D204-FD99-466C-A8EE-BDFAF8E89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248025"/>
            <a:ext cx="8191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4B4B"/>
          </a:solidFill>
          <a:ln xmlns:a="http://schemas.openxmlformats.org/drawingml/2006/main" w="0">
            <a:solidFill>
              <a:srgbClr val="4B4B4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BD8EAA-1A87-42A0-814A-9B1CDE2B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48250"/>
            <a:ext cx="70294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47FBF2-B7B2-4797-9B86-BF619347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2006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Implemented aggregation boundary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5F06A9-B8DA-49BC-B075-9CF2001D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48300"/>
            <a:ext cx="609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The matching planner creates internal-match / partial-match / hybrid-match-route plans. A dedicated settlement contract remains an extension.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D6C4AB-B9A6-4213-95C3-5D6367B8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895850"/>
            <a:ext cx="2076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46BD22-B6FB-4B4B-92B2-FEBB0D54D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019675"/>
            <a:ext cx="1733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48A6B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48A6B8"/>
                </a:solidFill>
                <a:latin typeface="Aptos Display"/>
                <a:ea typeface="Aptos Display"/>
                <a:cs typeface="Aptos Display"/>
              </a:rPr>
              <a:t>5x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DFA79F-6F25-42B3-B6D8-541D2045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353050"/>
            <a:ext cx="1733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throughput per tx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C20D515-9BBA-4B21-B609-301CECED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657850"/>
            <a:ext cx="1733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7A7A7A"/>
                </a:solidFill>
                <a:latin typeface="Aptos"/>
                <a:ea typeface="Aptos"/>
                <a:cs typeface="Aptos"/>
              </a:defRPr>
            </a:pPr>
            <a:r>
              <a:rPr sz="585" b="0">
                <a:solidFill>
                  <a:srgbClr val="7A7A7A"/>
                </a:solidFill>
                <a:latin typeface="Aptos"/>
                <a:ea typeface="Aptos"/>
                <a:cs typeface="Aptos"/>
              </a:rPr>
              <a:t>benchmark target batch size</a:t>
            </a:r>
          </a:p>
        </p:txBody>
      </p:sp>
    </p:spTree>
    <p:extLst>
      <p:ext uri="{BB962C8B-B14F-4D97-AF65-F5344CB8AC3E}">
        <p14:creationId xmlns:p14="http://schemas.microsoft.com/office/powerpoint/2010/main" val="130983799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CD52FA-B527-4DC3-9F71-BD26C5B7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4A3549-688E-4E95-A140-C8F632D1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COORDINATOR STORAGE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E95C1F-5CBC-4378-8F15-AAB7E122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A6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6AF223-4A94-4D40-AC7D-2FFAD5AED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8858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02124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02124"/>
                </a:solidFill>
                <a:latin typeface="Aptos Display"/>
                <a:ea typeface="Aptos Display"/>
                <a:cs typeface="Aptos Display"/>
              </a:rPr>
              <a:t>Postgres claims due jobs atomically so workers do not double-execute them.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D4B143-0F91-4B08-BF3D-0256BF45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0902A4-4B90-46B9-A9C5-0D7897DD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15100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284E92-1BD4-4A00-8C2E-53DA9475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1935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8A6B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6645A0-1849-4B67-A6C4-C558B159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48A6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F162D6-BB9A-44E5-AB7E-89F493D5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384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29F6CE-3613-4911-A95A-BC7BC863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71750"/>
            <a:ext cx="742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Worker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491D07-E224-4AA8-B919-E856AD0A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28925"/>
            <a:ext cx="742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polls due jobs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FB5DF9-17F4-4590-8EE4-F78542DB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8A6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F12791-3BB6-4816-956B-904B8EE0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57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48A6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B7F2CF-5FC8-46C6-8A46-948F990F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433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DA5A6C-67CC-4328-8D10-5BF4524E0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76650"/>
            <a:ext cx="742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Worker 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A5FC59-EAB7-4E47-91E5-21956A598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33825"/>
            <a:ext cx="742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polls due jobs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F02FFA-5EAA-44E5-AE59-4236E1B9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00350"/>
            <a:ext cx="3009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7171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E15D6C-FE6F-4976-BBDD-4FC3A6CB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933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7171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6E07B7-51FD-4EF7-BC0B-E3173AB4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194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RPC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8471F1-0DF9-4447-ABF1-02EA0EEE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952750"/>
            <a:ext cx="2324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aap_claim_due_coordinator_jobs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3112E6-763C-477E-9D01-39A77561B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Postgres RPC selects QUEUED / RETRY rows where runAt &lt;= now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DCA3D3-BC50-45D9-BF82-9275218F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003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A44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8B7289-0B8C-4C1C-BE72-EF32350F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933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9A44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B01DAC-2B48-48ED-A427-5AC76F43E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0194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D9A441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D9A441"/>
                </a:solidFill>
                <a:latin typeface="Aptos"/>
                <a:ea typeface="Aptos"/>
                <a:cs typeface="Aptos"/>
              </a:rPr>
              <a:t>SQL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F9579D-E70D-4A18-A1C1-C945C7FF7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52750"/>
            <a:ext cx="1695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FOR UPDATE SKIP LOCKED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C4EA76-D269-4CB2-A190-119D2826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09925"/>
            <a:ext cx="1695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locked rows are skipped by other workers while one worker updates status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6B4E44-4DAA-4ABD-AB65-CDC379362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800350"/>
            <a:ext cx="1104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7434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756547-1CCA-408D-8439-8384F210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933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C7434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9A4D19-5E41-4F46-B7A0-F9BBD0C0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019425"/>
            <a:ext cx="323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C74343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C74343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24DCDC-930B-4019-8165-984729F5E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95275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EXECUTING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1636DD-5E71-42D8-97B9-710648B0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09925"/>
            <a:ext cx="419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607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attempts increments and payload data is updated before execution</a:t>
            </a:r>
          </a:p>
        </p:txBody>
      </p:sp>
      <p:sp>
        <p:nvSpPr>
          <p:cNvPr id="32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C727536A-C78C-4A8D-A27C-3995DD0D5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990850"/>
            <a:ext cx="11049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8A6B8"/>
          </a:solidFill>
          <a:ln xmlns:a="http://schemas.openxmlformats.org/drawingml/2006/main" w="0">
            <a:solidFill>
              <a:srgbClr val="48A6B8"/>
            </a:solidFill>
            <a:prstDash val="solid"/>
          </a:ln>
        </p:spPr>
      </p:sp>
      <p:sp>
        <p:nvSpPr>
          <p:cNvPr id="33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6EC422EF-388C-4860-BA7F-7CA6BA55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43300"/>
            <a:ext cx="11049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8A6B8"/>
          </a:solidFill>
          <a:ln xmlns:a="http://schemas.openxmlformats.org/drawingml/2006/main" w="0">
            <a:solidFill>
              <a:srgbClr val="48A6B8"/>
            </a:solidFill>
            <a:prstDash val="solid"/>
          </a:ln>
        </p:spPr>
      </p:sp>
      <p:sp>
        <p:nvSpPr>
          <p:cNvPr id="34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328863DF-8C65-4D1D-B5FC-A1A0192F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57550"/>
            <a:ext cx="8763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</p:sp>
      <p:sp>
        <p:nvSpPr>
          <p:cNvPr id="35" name="native-right-arrow">
            <a:extLst xmlns:a="http://schemas.openxmlformats.org/drawingml/2006/main">
              <a:ext uri="{FF2B5EF4-FFF2-40B4-BE49-F238E27FC236}">
                <a16:creationId xmlns:a16="http://schemas.microsoft.com/office/drawing/2014/main" id="{B0D96C54-BBCE-467B-8384-FE071EFF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257550"/>
            <a:ext cx="5905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D9A44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E6FC53-C2AB-4269-A59B-CC13BA872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10287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40368B9-7E6B-4174-9528-11FD7AF80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625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9A44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D9A441"/>
                </a:solidFill>
                <a:latin typeface="Aptos"/>
                <a:ea typeface="Aptos"/>
                <a:cs typeface="Aptos"/>
              </a:rPr>
              <a:t>Storage boundary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8D2A49-5DBE-49D4-892C-7C9CCD96C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124450"/>
            <a:ext cx="7258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Coordinator jobs are Supabase/Postgres primary storage when configured. Intents and batches are still local stores with Supabase mirror writes.</a:t>
            </a:r>
          </a:p>
        </p:txBody>
      </p:sp>
    </p:spTree>
    <p:extLst>
      <p:ext uri="{BB962C8B-B14F-4D97-AF65-F5344CB8AC3E}">
        <p14:creationId xmlns:p14="http://schemas.microsoft.com/office/powerpoint/2010/main" val="158328805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BDD954-DD77-4A27-AFF2-16874F4C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A6B956-1BDA-4800-A806-3C80C848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CORE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2FDFC8-4B72-4B97-9CE3-9FF38C7E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A6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BF00D0-7AA6-4D19-A49B-0EE68D83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8858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02124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02124"/>
                </a:solidFill>
                <a:latin typeface="Aptos Display"/>
                <a:ea typeface="Aptos Display"/>
                <a:cs typeface="Aptos Display"/>
              </a:rPr>
              <a:t>Backend and contract checks make automated execution explicit and auditable.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2BBE0E-DAF6-42D6-BC79-56797489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886943-5618-4883-A26C-9C007900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15100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A716F1-719D-487C-A240-D3C34226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383232-B209-4B8C-906E-C4817FAE5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3086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backend/src/coordinator/supabaseJobStore.js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97DB34-641F-474F-98EA-B9603A9D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33625"/>
            <a:ext cx="30861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defRPr>
            </a:pPr>
            <a:r>
              <a: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rPr>
              <a:t>async dueJobs(now = new Date()) {</a:t>
            </a:r>
          </a:p>
          <a:p xmlns:a="http://schemas.openxmlformats.org/drawingml/2006/main">
            <a:pPr algn="l">
              <a:def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defRPr>
            </a:pPr>
            <a:r>
              <a: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rPr>
              <a:t>  const rows = await client.rpc(</a:t>
            </a:r>
          </a:p>
          <a:p xmlns:a="http://schemas.openxmlformats.org/drawingml/2006/main">
            <a:pPr algn="l">
              <a:def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defRPr>
            </a:pPr>
            <a:r>
              <a: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rPr>
              <a:t>    "aap_claim_due_coordinator_jobs",</a:t>
            </a:r>
          </a:p>
          <a:p xmlns:a="http://schemas.openxmlformats.org/drawingml/2006/main">
            <a:pPr algn="l">
              <a:def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defRPr>
            </a:pPr>
            <a:r>
              <a: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rPr>
              <a:t>    { p_now: now.toISOString(), p_limit: 50 }</a:t>
            </a:r>
          </a:p>
          <a:p xmlns:a="http://schemas.openxmlformats.org/drawingml/2006/main">
            <a:pPr algn="l">
              <a:def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defRPr>
            </a:pPr>
            <a:r>
              <a: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rPr>
              <a:t>  );</a:t>
            </a:r>
          </a:p>
          <a:p xmlns:a="http://schemas.openxmlformats.org/drawingml/2006/main">
            <a:pPr algn="l">
              <a:def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defRPr>
            </a:pPr>
            <a:r>
              <a: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rPr>
              <a:t>  return rows.map(mapRowToJob);</a:t>
            </a:r>
          </a:p>
          <a:p xmlns:a="http://schemas.openxmlformats.org/drawingml/2006/main">
            <a:pPr algn="l">
              <a:def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defRPr>
            </a:pPr>
            <a:r>
              <a: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rPr>
              <a:t>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B71C7A-96BF-45F7-8D5E-85354BB9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9240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D2EFC2-EC91-414F-8EAA-15238A9E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57400"/>
            <a:ext cx="3086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backend/src/coordinator/worker.js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5B0C9B-C833-43BA-9368-EDE0E3B75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333625"/>
            <a:ext cx="30861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defRPr>
            </a:pPr>
            <a:r>
              <a: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rPr>
              <a:t>const due = await store.dueJobs(new Date(Date.now() - dueGraceMs));</a:t>
            </a:r>
          </a:p>
          <a:p xmlns:a="http://schemas.openxmlformats.org/drawingml/2006/main">
            <a:pPr algn="l">
              <a:def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defRPr>
            </a:pPr>
            <a:r>
              <a: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rPr>
              <a:t>const groups = groupBy(due, job =&gt; job.batchGroupId ?? job.jobId);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defRPr>
            </a:pPr>
            <a:r>
              <a: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rPr>
              <a:t>for (const jobs of groups.values()) {</a:t>
            </a:r>
          </a:p>
          <a:p xmlns:a="http://schemas.openxmlformats.org/drawingml/2006/main">
            <a:pPr algn="l">
              <a:def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defRPr>
            </a:pPr>
            <a:r>
              <a: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rPr>
              <a:t>  await executeSignedJobs(jobs, summary);</a:t>
            </a:r>
          </a:p>
          <a:p xmlns:a="http://schemas.openxmlformats.org/drawingml/2006/main">
            <a:pPr algn="l">
              <a:def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defRPr>
            </a:pPr>
            <a:r>
              <a: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rPr>
              <a:t>  await executeAgentJobs(jobs, summary);</a:t>
            </a:r>
          </a:p>
          <a:p xmlns:a="http://schemas.openxmlformats.org/drawingml/2006/main">
            <a:pPr algn="l">
              <a:def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defRPr>
            </a:pPr>
            <a:r>
              <a: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rPr>
              <a:t>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3DB043-7739-4998-B159-23464ABB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240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FBDFD4-8CC7-4617-B8A3-4F8D467A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57400"/>
            <a:ext cx="3086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AgentSmartAccount permission 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4A9318-9D5B-42D7-B5F9-951369A03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33625"/>
            <a:ext cx="30861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defRPr>
            </a:pPr>
            <a:r>
              <a: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rPr>
              <a:t>if (revokedAgents[agent]) revert AgentNotAuthorized();</a:t>
            </a:r>
          </a:p>
          <a:p xmlns:a="http://schemas.openxmlformats.org/drawingml/2006/main">
            <a:pPr algn="l">
              <a:def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defRPr>
            </a:pPr>
            <a:r>
              <a: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rPr>
              <a:t>if (revokedAgentTargets[agent][target]) revert TargetNotAllowed();</a:t>
            </a:r>
          </a:p>
          <a:p xmlns:a="http://schemas.openxmlformats.org/drawingml/2006/main">
            <a:pPr algn="l">
              <a:def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defRPr>
            </a:pPr>
            <a:r>
              <a: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rPr>
              <a:t>if (!permission.active) revert AgentNotAuthorized();</a:t>
            </a:r>
          </a:p>
          <a:p xmlns:a="http://schemas.openxmlformats.org/drawingml/2006/main">
            <a:pPr algn="l">
              <a:def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defRPr>
            </a:pPr>
            <a:r>
              <a: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rPr>
              <a:t>if (permission.validUntil &lt; block.timestamp) revert AgentPermissionExpired();</a:t>
            </a:r>
          </a:p>
          <a:p xmlns:a="http://schemas.openxmlformats.org/drawingml/2006/main">
            <a:pPr algn="l">
              <a:def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defRPr>
            </a:pPr>
            <a:r>
              <a:rPr sz="645" b="0">
                <a:solidFill>
                  <a:srgbClr val="202124"/>
                </a:solidFill>
                <a:latin typeface="Aptos Mono"/>
                <a:ea typeface="Aptos Mono"/>
                <a:cs typeface="Aptos Mono"/>
              </a:rPr>
              <a:t>if (value &gt; permission.maxValue) revert ValueExceedsPermission();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A80CFE-65F5-441C-A2C6-7015BD6C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29150"/>
            <a:ext cx="9525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655C54-C1E4-48A2-B062-F6D24CA7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577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DCC4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DCC43"/>
                </a:solidFill>
                <a:latin typeface="Aptos"/>
                <a:ea typeface="Aptos"/>
                <a:cs typeface="Aptos"/>
              </a:rPr>
              <a:t>Security boundary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760DB7-12A2-429F-A58C-15374F16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00600"/>
            <a:ext cx="6572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6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 never bypasses wallet authorization. It only proposes; EOA signatures, EIP-712 signatures, or Agent permissions decide execution.</a:t>
            </a:r>
          </a:p>
        </p:txBody>
      </p:sp>
    </p:spTree>
    <p:extLst>
      <p:ext uri="{BB962C8B-B14F-4D97-AF65-F5344CB8AC3E}">
        <p14:creationId xmlns:p14="http://schemas.microsoft.com/office/powerpoint/2010/main" val="27489280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C9506E-FE0D-4C00-98F4-8758D2F3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EDB14D-CE49-4ACD-89B7-ACDA0B1E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8A6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8A6B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20AE83-189A-4201-999A-828C6CF2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A6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EB158A-5874-4640-AA16-67C2D93C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81050"/>
            <a:ext cx="8858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02124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02124"/>
                </a:solidFill>
                <a:latin typeface="Aptos Display"/>
                <a:ea typeface="Aptos Display"/>
                <a:cs typeface="Aptos Display"/>
              </a:rPr>
              <a:t>The demo is backed by tests, gas benchmarks, and dashboard metrics.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16D93E-A106-4BDA-AC5C-91A1F3542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827E5B-43D1-49F4-B0A0-42DA67A5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15100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E2A994-E034-42A6-9961-80F446A3E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38350"/>
            <a:ext cx="2286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A9C12C-AC36-4B36-A2B1-5A47B7EF2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62175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DCC4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9DCC43"/>
                </a:solidFill>
                <a:latin typeface="Aptos Display"/>
                <a:ea typeface="Aptos Display"/>
                <a:cs typeface="Aptos Display"/>
              </a:rPr>
              <a:t>55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8D7ABD-4A90-44A2-91C7-F474A93F2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95550"/>
            <a:ext cx="1943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backend tests passing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D0B822-2172-4D8E-BE49-883E4827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00350"/>
            <a:ext cx="1943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7A7A7A"/>
                </a:solidFill>
                <a:latin typeface="Aptos"/>
                <a:ea typeface="Aptos"/>
                <a:cs typeface="Aptos"/>
              </a:defRPr>
            </a:pPr>
            <a:r>
              <a:rPr sz="585" b="0">
                <a:solidFill>
                  <a:srgbClr val="7A7A7A"/>
                </a:solidFill>
                <a:latin typeface="Aptos"/>
                <a:ea typeface="Aptos"/>
                <a:cs typeface="Aptos"/>
              </a:rPr>
              <a:t>AI parser, coordinator, metrics, wallet prep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2681F7-E234-4417-96C0-343399D8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38350"/>
            <a:ext cx="2286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659990-C8FF-4B00-853F-9D9C79FA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162175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9A441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D9A441"/>
                </a:solidFill>
                <a:latin typeface="Aptos Display"/>
                <a:ea typeface="Aptos Display"/>
                <a:cs typeface="Aptos Display"/>
              </a:rPr>
              <a:t>27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B38C64-AECA-4DF6-944C-CAEE3795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95550"/>
            <a:ext cx="1943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Foundry tests passing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C924E2-5EF3-433B-9B7E-6B613454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00350"/>
            <a:ext cx="1943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7A7A7A"/>
                </a:solidFill>
                <a:latin typeface="Aptos"/>
                <a:ea typeface="Aptos"/>
                <a:cs typeface="Aptos"/>
              </a:defRPr>
            </a:pPr>
            <a:r>
              <a:rPr sz="585" b="0">
                <a:solidFill>
                  <a:srgbClr val="7A7A7A"/>
                </a:solidFill>
                <a:latin typeface="Aptos"/>
                <a:ea typeface="Aptos"/>
                <a:cs typeface="Aptos"/>
              </a:rPr>
              <a:t>registry, escrow, smart account, batching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1A76A6-84EB-4D1C-B92B-5DC7A465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038350"/>
            <a:ext cx="2286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32DF8E-61A7-4509-BE63-DACB8169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62175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48A6B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48A6B8"/>
                </a:solidFill>
                <a:latin typeface="Aptos Display"/>
                <a:ea typeface="Aptos Display"/>
                <a:cs typeface="Aptos Display"/>
              </a:rPr>
              <a:t>40 -&gt; 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36CAE6-B2AD-4AAE-805E-75CFC229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95550"/>
            <a:ext cx="1943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benchmark tx count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5EC97F-CE33-42AA-A2F0-21A2BC71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00350"/>
            <a:ext cx="1943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7A7A7A"/>
                </a:solidFill>
                <a:latin typeface="Aptos"/>
                <a:ea typeface="Aptos"/>
                <a:cs typeface="Aptos"/>
              </a:defRPr>
            </a:pPr>
            <a:r>
              <a:rPr sz="585" b="0">
                <a:solidFill>
                  <a:srgbClr val="7A7A7A"/>
                </a:solidFill>
                <a:latin typeface="Aptos"/>
                <a:ea typeface="Aptos"/>
                <a:cs typeface="Aptos"/>
              </a:rPr>
              <a:t>80% fewer transactions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43AC3C-B8F5-46D7-A1CC-5965E7DD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38350"/>
            <a:ext cx="2286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2EFE2-306C-4108-B0C6-EACF8140A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62175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74343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74343"/>
                </a:solidFill>
                <a:latin typeface="Aptos Display"/>
                <a:ea typeface="Aptos Display"/>
                <a:cs typeface="Aptos Display"/>
              </a:rPr>
              <a:t>46.75%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8FC247-E956-4129-844F-A7463AED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95550"/>
            <a:ext cx="1943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estimated gas reduction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259EE5-17C6-438D-96F5-93765C55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00350"/>
            <a:ext cx="1943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7A7A7A"/>
                </a:solidFill>
                <a:latin typeface="Aptos"/>
                <a:ea typeface="Aptos"/>
                <a:cs typeface="Aptos"/>
              </a:defRPr>
            </a:pPr>
            <a:r>
              <a:rPr sz="585" b="0">
                <a:solidFill>
                  <a:srgbClr val="7A7A7A"/>
                </a:solidFill>
                <a:latin typeface="Aptos"/>
                <a:ea typeface="Aptos"/>
                <a:cs typeface="Aptos"/>
              </a:rPr>
              <a:t>synthetic 40-intent benchmark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8D32B0-51B3-450A-A9B2-9AD703EE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7053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477A0B-13A8-4BC5-8C58-1A2A3558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433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4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202124"/>
                </a:solidFill>
                <a:latin typeface="Aptos Display"/>
                <a:ea typeface="Aptos Display"/>
                <a:cs typeface="Aptos Display"/>
              </a:rPr>
              <a:t>LOCAL-EVM GAS BENCHMARK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9D2CFE-D72A-4F63-A8C8-FF6608BC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43400"/>
            <a:ext cx="3714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4B4B4B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4B4B4B"/>
                </a:solidFill>
                <a:latin typeface="Aptos"/>
                <a:ea typeface="Aptos"/>
                <a:cs typeface="Aptos"/>
              </a:rPr>
              <a:t>Five authorized AgentSmartAccount ERC20 transfer intents were measured with setup/auth excluded and transaction envelope gas added for comparability.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99CE8C-1EED-4AD3-85FE-79670D93C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76800"/>
            <a:ext cx="3714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02124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202124"/>
                </a:solidFill>
                <a:latin typeface="Aptos"/>
                <a:ea typeface="Aptos"/>
                <a:cs typeface="Aptos"/>
              </a:rPr>
              <a:t>Result: 5 transactions collapsed to 1, comparable gas fell from 240,226 to 160,922.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18239B-EE03-4D7D-A637-99384B99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95700"/>
            <a:ext cx="41910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3619B9-EF97-4BE8-9B00-51CAA575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9433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DASHBOARD PROOF POINTS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D31F48-3F83-4CDE-AEED-5AC56C20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343400"/>
            <a:ext cx="3200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E0E0E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E0E0E0"/>
                </a:solidFill>
                <a:latin typeface="Aptos"/>
                <a:ea typeface="Aptos"/>
                <a:cs typeface="Aptos"/>
              </a:rPr>
              <a:t>Live metrics report coordinator jobs, success/failure rate, average batch size, throughput, latency, estimated no-batch gas, actual batch gas and aggregation match rate.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ADCA82-6406-4E8A-834A-C65B081B4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991100"/>
            <a:ext cx="285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BFBFBF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BFBFBF"/>
                </a:solidFill>
                <a:latin typeface="Aptos"/>
                <a:ea typeface="Aptos"/>
                <a:cs typeface="Aptos"/>
              </a:rPr>
              <a:t>Source: report/benchmark-results.json and /metrics API.</a:t>
            </a:r>
          </a:p>
        </p:txBody>
      </p:sp>
    </p:spTree>
    <p:extLst>
      <p:ext uri="{BB962C8B-B14F-4D97-AF65-F5344CB8AC3E}">
        <p14:creationId xmlns:p14="http://schemas.microsoft.com/office/powerpoint/2010/main" val="64785940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5B477C-8A6A-4196-8753-4BA65210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50CD0A-A2B6-469C-B126-7843D6308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BFF4BE-5724-40E2-AB89-5993DB643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93663B-38F0-4054-95B4-0861AEB05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F9F3B9-41E6-4FB3-AF21-35E2BE88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8719B4-D2C4-40E7-B108-3EF10671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010CE3-12F5-499A-8001-BC5128ABE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9C395A-2994-4D45-B0EE-1A254900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4B061E-DCEE-4800-B31E-8C7E5677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39F880-2A3F-4C68-837C-63E2D7752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A68541-C2FB-4444-870B-45498932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D5B0C1-C2D5-47EC-A11F-07EA0D29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9BE6B7-5F5C-4DE0-A47E-7B851F0E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C95735-38F9-4526-92FD-9E253A70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B0E746-7713-4615-BB88-25701A84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93705A-D531-408F-909E-7E9993D1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6CEADA-112D-4FAC-909B-D3AFDC3D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A1AA2D-6695-435F-B5BF-C8234DEA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4F9498-C713-472B-B317-C5C30F83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D7A614-223D-41D2-B927-426B8FB3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9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B17374-6638-4F4E-8C02-DB617F75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0"/>
            <a:ext cx="400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2C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5617F3-BA5C-4665-92CC-9C055D33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564856-82A6-4F89-BD06-BA35EC812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86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D45E36-988D-4A6E-8FB7-0F406A5A9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B11452-8BCA-4678-A0F2-40AAACE4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287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9501D2-0C1B-4AA8-B19E-E9ADE1AD0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432F8D-92F7-4706-B163-49BEE71A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288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D6EF09-4073-42A1-89B0-62942135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289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F741A1-6531-4E46-A571-5396E605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289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69A4F0-0F78-43DC-8A15-99C05A6A4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B6204D-E075-49E1-84B2-5D7AF8638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290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7230FD-D815-4BD0-A368-9C0D511F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291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EAABE05-7779-4C54-AA17-8CAA329A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291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F02811-D2A5-4F4A-8B9F-67841376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CE0909B-02A3-4090-8A52-3FD93ED3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292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C150FD1-5C9F-44A0-9F30-57FC18E8D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293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43B991-F6B8-4501-95D5-42719FB7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2935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A9AA590-5EFE-4725-9F43-C5CA35A8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4A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C21AC7-AFE3-4BC9-A61E-087ECC62E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8C2628-EF39-4614-811C-1C6722A6A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1500"/>
            <a:ext cx="2381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DEMO</a:t>
            </a:r>
          </a:p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VIDEO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E4D3409-1B30-4F25-B959-A331DBCB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0495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FEFE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EFEFEF"/>
                </a:solidFill>
                <a:latin typeface="Aptos"/>
                <a:ea typeface="Aptos"/>
                <a:cs typeface="Aptos"/>
              </a:rPr>
              <a:t>Insert the recorded walkthrough here.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C4707F1-B3C5-480F-B0DA-2FFEB2CC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152650"/>
            <a:ext cx="97536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53333"/>
            </a:srgbClr>
          </a:solidFill>
          <a:ln xmlns:a="http://schemas.openxmlformats.org/drawingml/2006/main" w="13335">
            <a:solidFill>
              <a:srgbClr val="A0A0A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EF9F7C7-C50C-4E05-9E61-3A5456AA3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432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28575">
            <a:solidFill>
              <a:srgbClr val="9DCC4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1528D37-231D-4D62-BD21-82C7EDC2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44805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DCC4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9DCC43"/>
                </a:solidFill>
                <a:latin typeface="Aptos"/>
                <a:ea typeface="Aptos"/>
                <a:cs typeface="Aptos"/>
              </a:rPr>
              <a:t>PLAY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08CFC2F-C6DB-469F-8C91-D8AD130A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0530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Placeholder for 2-4 minute demo video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4545996-EDA5-40DA-A0BA-F5DCC4161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657850"/>
            <a:ext cx="19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D4EB512-23F7-441E-9D81-5B265213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388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ADAD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DADADA"/>
                </a:solidFill>
                <a:latin typeface="Aptos"/>
                <a:ea typeface="Aptos"/>
                <a:cs typeface="Aptos"/>
              </a:rPr>
              <a:t>connect wallet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5386728-EE0C-41C4-87DD-98BF293F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657850"/>
            <a:ext cx="19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58ED945-3B69-4C09-A8B9-6C953243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6388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ADAD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DADADA"/>
                </a:solidFill>
                <a:latin typeface="Aptos"/>
                <a:ea typeface="Aptos"/>
                <a:cs typeface="Aptos"/>
              </a:rPr>
              <a:t>parse intent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ECCB9C-B506-482C-9DC1-4FCDF544E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657850"/>
            <a:ext cx="19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6A9EAB8-8650-4BA2-B5C5-CCAE0296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6388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ADAD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DADADA"/>
                </a:solidFill>
                <a:latin typeface="Aptos"/>
                <a:ea typeface="Aptos"/>
                <a:cs typeface="Aptos"/>
              </a:rPr>
              <a:t>authorize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F1B8196-1A59-4CE8-A657-67DAC8B3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657850"/>
            <a:ext cx="19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6BC4E9A-E02F-4710-B742-336A74B3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388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ADAD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DADADA"/>
                </a:solidFill>
                <a:latin typeface="Aptos"/>
                <a:ea typeface="Aptos"/>
                <a:cs typeface="Aptos"/>
              </a:rPr>
              <a:t>execute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3BE40B3-332A-480B-92E3-734964CC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657850"/>
            <a:ext cx="19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8313ACC-B0CC-44D9-A867-21BE7C9A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388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ADAD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DADADA"/>
                </a:solidFill>
                <a:latin typeface="Aptos"/>
                <a:ea typeface="Aptos"/>
                <a:cs typeface="Aptos"/>
              </a:rPr>
              <a:t>show Etherscan/history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263D353-B5F5-4D57-AFA7-5A5551A86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5657850"/>
            <a:ext cx="19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7AD4DE6-CB1D-4B78-AF6B-8B87727C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6388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ADAD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DADADA"/>
                </a:solidFill>
                <a:latin typeface="Aptos"/>
                <a:ea typeface="Aptos"/>
                <a:cs typeface="Aptos"/>
              </a:rPr>
              <a:t>show dashboard metrics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046204A-CAD2-4DE9-88E5-D54830AC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34150"/>
            <a:ext cx="4572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C7C7C7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C7C7C7"/>
                </a:solidFill>
                <a:latin typeface="Aptos"/>
                <a:ea typeface="Aptos"/>
                <a:cs typeface="Aptos"/>
              </a:rPr>
              <a:t>AI-Powered On-Chain Agent Protocol | Demo deck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083757E-C943-4F3A-B904-A7995842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15100"/>
            <a:ext cx="400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7C7C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C7C7C7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7443181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2026-05-28T18:43:49.6920000Z</dcterms:created>
  <dcterms:modified xsi:type="dcterms:W3CDTF">2026-05-28T18:43:49.6920000Z</dcterms:modified>
</coreProperties>
</file>